
<file path=[Content_Types].xml><?xml version="1.0" encoding="utf-8"?>
<Types xmlns="http://schemas.openxmlformats.org/package/2006/content-types">
  <Default Extension="emf" ContentType="image/x-emf"/>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 id="2147483650" r:id="rId2"/>
    <p:sldMasterId id="2147483653" r:id="rId3"/>
  </p:sldMasterIdLst>
  <p:notesMasterIdLst>
    <p:notesMasterId r:id="rId19"/>
  </p:notesMasterIdLst>
  <p:sldIdLst>
    <p:sldId id="258" r:id="rId4"/>
    <p:sldId id="280" r:id="rId5"/>
    <p:sldId id="261" r:id="rId6"/>
    <p:sldId id="285" r:id="rId7"/>
    <p:sldId id="262" r:id="rId8"/>
    <p:sldId id="263" r:id="rId9"/>
    <p:sldId id="281" r:id="rId10"/>
    <p:sldId id="287" r:id="rId11"/>
    <p:sldId id="288" r:id="rId12"/>
    <p:sldId id="289" r:id="rId13"/>
    <p:sldId id="267" r:id="rId14"/>
    <p:sldId id="273" r:id="rId15"/>
    <p:sldId id="284" r:id="rId16"/>
    <p:sldId id="290" r:id="rId17"/>
    <p:sldId id="282" r:id="rId18"/>
  </p:sldIdLst>
  <p:sldSz cx="12192000" cy="6858000"/>
  <p:notesSz cx="6858000" cy="9144000"/>
  <p:defaultTex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3D3935"/>
    <a:srgbClr val="E1251B"/>
    <a:srgbClr val="D40000"/>
    <a:srgbClr val="E7020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100" dt="2026-09-10T00:00:26.521"/>
    <p1510:client id="{04B7000A-DC4A-4EB5-D1E3-F3DC27150FAD}" v="69" dt="2026-09-09T22:46:11.332"/>
    <p1510:client id="{208BEA5E-B0B5-A55E-192D-B4A008A507B6}" v="11" dt="2026-09-09T19:11:27.502"/>
    <p1510:client id="{317396EF-B316-A9A6-9FCD-AC1D8EAB2220}" v="21" dt="2026-09-10T01:31:49.376"/>
    <p1510:client id="{39AF8E98-0BEF-42DF-8875-69AD92B7F08A}" v="3" dt="2026-09-10T00:13:09.323"/>
    <p1510:client id="{3FDCDA5E-3988-484B-A8EC-B1C893617BA0}" v="1" dt="2026-09-09T14:43:05.506"/>
    <p1510:client id="{63E4916D-9481-0132-56D6-F13DDD368073}" v="123" dt="2026-09-10T02:09:56.728"/>
    <p1510:client id="{70B1454A-BED4-BCDD-8CD9-91D762D10E36}" v="23" dt="2026-09-09T15:32:47.493"/>
    <p1510:client id="{973626EB-5068-483D-B78B-0FB70052AD44}" v="99" dt="2026-09-10T01:16:44.164"/>
    <p1510:client id="{BADB207F-064B-D530-122F-EF2896F89F92}" v="1" dt="2026-09-10T01:15:59.26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3" Type="http://schemas.openxmlformats.org/officeDocument/2006/relationships/slideMaster" Target="slideMasters/slideMaster3.xml"/><Relationship Id="rId21" Type="http://schemas.openxmlformats.org/officeDocument/2006/relationships/viewProps" Target="view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microsoft.com/office/2015/10/relationships/revisionInfo" Target="revisionInfo.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tableStyles" Target="tableStyles.xml"/><Relationship Id="rId10" Type="http://schemas.openxmlformats.org/officeDocument/2006/relationships/slide" Target="slides/slide7.xml"/><Relationship Id="rId19" Type="http://schemas.openxmlformats.org/officeDocument/2006/relationships/notesMaster" Target="notesMasters/notesMaster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DA625A-1E97-42BF-8747-C8A5EBD3E456}" type="datetimeFigureOut">
              <a:rPr lang="es-CL" smtClean="0"/>
              <a:t>09-09-2026</a:t>
            </a:fld>
            <a:endParaRPr lang="es-CL"/>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L"/>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L"/>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6D739DD-6ED6-48A8-A4C1-57D9553C6EAE}" type="slidenum">
              <a:rPr lang="es-CL" smtClean="0"/>
              <a:t>‹#›</a:t>
            </a:fld>
            <a:endParaRPr lang="es-CL"/>
          </a:p>
        </p:txBody>
      </p:sp>
    </p:spTree>
    <p:extLst>
      <p:ext uri="{BB962C8B-B14F-4D97-AF65-F5344CB8AC3E}">
        <p14:creationId xmlns:p14="http://schemas.microsoft.com/office/powerpoint/2010/main" val="5636171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emf"/><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emf"/><Relationship Id="rId1" Type="http://schemas.openxmlformats.org/officeDocument/2006/relationships/slideMaster" Target="../slideMasters/slideMaster2.xml"/><Relationship Id="rId5" Type="http://schemas.openxmlformats.org/officeDocument/2006/relationships/image" Target="../media/image9.jpeg"/><Relationship Id="rId4" Type="http://schemas.openxmlformats.org/officeDocument/2006/relationships/image" Target="../media/image8.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7.jpeg"/><Relationship Id="rId7" Type="http://schemas.openxmlformats.org/officeDocument/2006/relationships/image" Target="../media/image12.jpeg"/><Relationship Id="rId2" Type="http://schemas.openxmlformats.org/officeDocument/2006/relationships/image" Target="../media/image6.emf"/><Relationship Id="rId1" Type="http://schemas.openxmlformats.org/officeDocument/2006/relationships/slideMaster" Target="../slideMasters/slideMaster2.xml"/><Relationship Id="rId6" Type="http://schemas.openxmlformats.org/officeDocument/2006/relationships/image" Target="../media/image11.jpeg"/><Relationship Id="rId5" Type="http://schemas.openxmlformats.org/officeDocument/2006/relationships/image" Target="../media/image10.jpeg"/><Relationship Id="rId4" Type="http://schemas.openxmlformats.org/officeDocument/2006/relationships/image" Target="../media/image8.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6.emf"/><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6.emf"/><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6.emf"/><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3.jpe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3.jpe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3.jpe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PORTADA">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F752ED50-8615-4318-7301-E6CA6708F3DB}"/>
              </a:ext>
            </a:extLst>
          </p:cNvPr>
          <p:cNvSpPr/>
          <p:nvPr userDrawn="1"/>
        </p:nvSpPr>
        <p:spPr>
          <a:xfrm>
            <a:off x="0" y="1293962"/>
            <a:ext cx="7470475" cy="4313208"/>
          </a:xfrm>
          <a:prstGeom prst="rect">
            <a:avLst/>
          </a:prstGeom>
          <a:solidFill>
            <a:srgbClr val="E1251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3" name="Marcador de título 1">
            <a:extLst>
              <a:ext uri="{FF2B5EF4-FFF2-40B4-BE49-F238E27FC236}">
                <a16:creationId xmlns:a16="http://schemas.microsoft.com/office/drawing/2014/main" id="{026367F1-5373-E8E9-8876-F309C37826A2}"/>
              </a:ext>
            </a:extLst>
          </p:cNvPr>
          <p:cNvSpPr>
            <a:spLocks noGrp="1"/>
          </p:cNvSpPr>
          <p:nvPr>
            <p:ph type="title"/>
          </p:nvPr>
        </p:nvSpPr>
        <p:spPr>
          <a:xfrm>
            <a:off x="838200" y="2418950"/>
            <a:ext cx="3639207" cy="370599"/>
          </a:xfrm>
          <a:prstGeom prst="rect">
            <a:avLst/>
          </a:prstGeom>
        </p:spPr>
        <p:txBody>
          <a:bodyPr vert="horz" lIns="91440" tIns="45720" rIns="91440" bIns="45720" rtlCol="0" anchor="b">
            <a:normAutofit/>
          </a:bodyPr>
          <a:lstStyle/>
          <a:p>
            <a:r>
              <a:rPr lang="es-MX"/>
              <a:t>Texto 1</a:t>
            </a:r>
            <a:endParaRPr lang="es-CL"/>
          </a:p>
        </p:txBody>
      </p:sp>
      <p:cxnSp>
        <p:nvCxnSpPr>
          <p:cNvPr id="4" name="Conector recto 3">
            <a:extLst>
              <a:ext uri="{FF2B5EF4-FFF2-40B4-BE49-F238E27FC236}">
                <a16:creationId xmlns:a16="http://schemas.microsoft.com/office/drawing/2014/main" id="{59B6D429-1712-54A2-B5F3-B54E033789E4}"/>
              </a:ext>
            </a:extLst>
          </p:cNvPr>
          <p:cNvCxnSpPr>
            <a:cxnSpLocks/>
          </p:cNvCxnSpPr>
          <p:nvPr userDrawn="1"/>
        </p:nvCxnSpPr>
        <p:spPr>
          <a:xfrm>
            <a:off x="838200" y="3956197"/>
            <a:ext cx="0" cy="809767"/>
          </a:xfrm>
          <a:prstGeom prst="line">
            <a:avLst/>
          </a:prstGeom>
          <a:ln w="0" cmpd="sng">
            <a:solidFill>
              <a:schemeClr val="bg1"/>
            </a:solidFill>
          </a:ln>
        </p:spPr>
        <p:style>
          <a:lnRef idx="1">
            <a:schemeClr val="accent1"/>
          </a:lnRef>
          <a:fillRef idx="0">
            <a:schemeClr val="accent1"/>
          </a:fillRef>
          <a:effectRef idx="0">
            <a:schemeClr val="accent1"/>
          </a:effectRef>
          <a:fontRef idx="minor">
            <a:schemeClr val="tx1"/>
          </a:fontRef>
        </p:style>
      </p:cxnSp>
      <p:sp>
        <p:nvSpPr>
          <p:cNvPr id="5" name="Marcador de texto 6">
            <a:extLst>
              <a:ext uri="{FF2B5EF4-FFF2-40B4-BE49-F238E27FC236}">
                <a16:creationId xmlns:a16="http://schemas.microsoft.com/office/drawing/2014/main" id="{B0EF2307-685E-32CC-313F-A3B832CA04C1}"/>
              </a:ext>
            </a:extLst>
          </p:cNvPr>
          <p:cNvSpPr>
            <a:spLocks noGrp="1"/>
          </p:cNvSpPr>
          <p:nvPr>
            <p:ph type="body" sz="quarter" idx="10" hasCustomPrompt="1"/>
          </p:nvPr>
        </p:nvSpPr>
        <p:spPr>
          <a:xfrm>
            <a:off x="1093788" y="3956050"/>
            <a:ext cx="4545012" cy="809767"/>
          </a:xfrm>
          <a:prstGeom prst="rect">
            <a:avLst/>
          </a:prstGeom>
        </p:spPr>
        <p:txBody>
          <a:bodyPr/>
          <a:lstStyle>
            <a:lvl1pPr>
              <a:defRPr sz="1400" b="0" i="0">
                <a:latin typeface="Montserrat" pitchFamily="2" charset="77"/>
              </a:defRPr>
            </a:lvl1pPr>
            <a:lvl2pPr marL="457200" indent="0">
              <a:buNone/>
              <a:defRPr sz="1200"/>
            </a:lvl2pPr>
            <a:lvl3pPr>
              <a:defRPr sz="1200"/>
            </a:lvl3pPr>
            <a:lvl4pPr>
              <a:defRPr sz="1200"/>
            </a:lvl4pPr>
            <a:lvl5pPr>
              <a:defRPr sz="1200"/>
            </a:lvl5pPr>
          </a:lstStyle>
          <a:p>
            <a:pPr lvl="0"/>
            <a:r>
              <a:rPr lang="es-MX"/>
              <a:t>Lorem ipsum dolor sit amet, consectetur adipiscing elit. Duis egestas posuere mi.</a:t>
            </a:r>
          </a:p>
        </p:txBody>
      </p:sp>
      <p:sp>
        <p:nvSpPr>
          <p:cNvPr id="6" name="Marcador de texto 16">
            <a:extLst>
              <a:ext uri="{FF2B5EF4-FFF2-40B4-BE49-F238E27FC236}">
                <a16:creationId xmlns:a16="http://schemas.microsoft.com/office/drawing/2014/main" id="{BF598CED-6DF9-F670-812C-3B03498D26C3}"/>
              </a:ext>
            </a:extLst>
          </p:cNvPr>
          <p:cNvSpPr>
            <a:spLocks noGrp="1"/>
          </p:cNvSpPr>
          <p:nvPr>
            <p:ph type="body" sz="quarter" idx="12" hasCustomPrompt="1"/>
          </p:nvPr>
        </p:nvSpPr>
        <p:spPr>
          <a:xfrm>
            <a:off x="838199" y="2789549"/>
            <a:ext cx="4879419" cy="815664"/>
          </a:xfrm>
          <a:prstGeom prst="rect">
            <a:avLst/>
          </a:prstGeom>
        </p:spPr>
        <p:txBody>
          <a:bodyPr/>
          <a:lstStyle>
            <a:lvl1pPr>
              <a:defRPr sz="4800"/>
            </a:lvl1pPr>
          </a:lstStyle>
          <a:p>
            <a:pPr lvl="0"/>
            <a:r>
              <a:rPr lang="es-MX"/>
              <a:t>Título Presentación</a:t>
            </a:r>
            <a:endParaRPr lang="es-CL"/>
          </a:p>
        </p:txBody>
      </p:sp>
      <p:sp>
        <p:nvSpPr>
          <p:cNvPr id="11" name="Flecha: pentágono 8">
            <a:extLst>
              <a:ext uri="{FF2B5EF4-FFF2-40B4-BE49-F238E27FC236}">
                <a16:creationId xmlns:a16="http://schemas.microsoft.com/office/drawing/2014/main" id="{623B8876-99A5-0E10-FDA4-B7F09E5E19D6}"/>
              </a:ext>
            </a:extLst>
          </p:cNvPr>
          <p:cNvSpPr/>
          <p:nvPr userDrawn="1"/>
        </p:nvSpPr>
        <p:spPr>
          <a:xfrm rot="5400000">
            <a:off x="708077" y="1424079"/>
            <a:ext cx="888525" cy="628287"/>
          </a:xfrm>
          <a:custGeom>
            <a:avLst/>
            <a:gdLst>
              <a:gd name="connsiteX0" fmla="*/ 0 w 815666"/>
              <a:gd name="connsiteY0" fmla="*/ 0 h 628287"/>
              <a:gd name="connsiteX1" fmla="*/ 501523 w 815666"/>
              <a:gd name="connsiteY1" fmla="*/ 0 h 628287"/>
              <a:gd name="connsiteX2" fmla="*/ 815666 w 815666"/>
              <a:gd name="connsiteY2" fmla="*/ 314144 h 628287"/>
              <a:gd name="connsiteX3" fmla="*/ 501523 w 815666"/>
              <a:gd name="connsiteY3" fmla="*/ 628287 h 628287"/>
              <a:gd name="connsiteX4" fmla="*/ 0 w 815666"/>
              <a:gd name="connsiteY4" fmla="*/ 628287 h 628287"/>
              <a:gd name="connsiteX5" fmla="*/ 0 w 815666"/>
              <a:gd name="connsiteY5" fmla="*/ 0 h 628287"/>
              <a:gd name="connsiteX0" fmla="*/ 0 w 703526"/>
              <a:gd name="connsiteY0" fmla="*/ 0 h 628287"/>
              <a:gd name="connsiteX1" fmla="*/ 501523 w 703526"/>
              <a:gd name="connsiteY1" fmla="*/ 0 h 628287"/>
              <a:gd name="connsiteX2" fmla="*/ 703526 w 703526"/>
              <a:gd name="connsiteY2" fmla="*/ 314144 h 628287"/>
              <a:gd name="connsiteX3" fmla="*/ 501523 w 703526"/>
              <a:gd name="connsiteY3" fmla="*/ 628287 h 628287"/>
              <a:gd name="connsiteX4" fmla="*/ 0 w 703526"/>
              <a:gd name="connsiteY4" fmla="*/ 628287 h 628287"/>
              <a:gd name="connsiteX5" fmla="*/ 0 w 703526"/>
              <a:gd name="connsiteY5" fmla="*/ 0 h 628287"/>
              <a:gd name="connsiteX0" fmla="*/ 0 w 614097"/>
              <a:gd name="connsiteY0" fmla="*/ 0 h 628287"/>
              <a:gd name="connsiteX1" fmla="*/ 501523 w 614097"/>
              <a:gd name="connsiteY1" fmla="*/ 0 h 628287"/>
              <a:gd name="connsiteX2" fmla="*/ 614097 w 614097"/>
              <a:gd name="connsiteY2" fmla="*/ 305518 h 628287"/>
              <a:gd name="connsiteX3" fmla="*/ 501523 w 614097"/>
              <a:gd name="connsiteY3" fmla="*/ 628287 h 628287"/>
              <a:gd name="connsiteX4" fmla="*/ 0 w 614097"/>
              <a:gd name="connsiteY4" fmla="*/ 628287 h 628287"/>
              <a:gd name="connsiteX5" fmla="*/ 0 w 614097"/>
              <a:gd name="connsiteY5" fmla="*/ 0 h 628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14097" h="628287">
                <a:moveTo>
                  <a:pt x="0" y="0"/>
                </a:moveTo>
                <a:lnTo>
                  <a:pt x="501523" y="0"/>
                </a:lnTo>
                <a:lnTo>
                  <a:pt x="614097" y="305518"/>
                </a:lnTo>
                <a:lnTo>
                  <a:pt x="501523" y="628287"/>
                </a:lnTo>
                <a:lnTo>
                  <a:pt x="0" y="628287"/>
                </a:lnTo>
                <a:lnTo>
                  <a:pt x="0" y="0"/>
                </a:lnTo>
                <a:close/>
              </a:path>
            </a:pathLst>
          </a:cu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ln>
                <a:noFill/>
              </a:ln>
              <a:noFill/>
            </a:endParaRPr>
          </a:p>
        </p:txBody>
      </p:sp>
      <p:pic>
        <p:nvPicPr>
          <p:cNvPr id="8" name="Imagen 7">
            <a:extLst>
              <a:ext uri="{FF2B5EF4-FFF2-40B4-BE49-F238E27FC236}">
                <a16:creationId xmlns:a16="http://schemas.microsoft.com/office/drawing/2014/main" id="{771B9185-3B2B-D437-AE86-85D6413F33D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9585146" y="1223143"/>
            <a:ext cx="2028909" cy="1566406"/>
          </a:xfrm>
          <a:prstGeom prst="rect">
            <a:avLst/>
          </a:prstGeom>
        </p:spPr>
      </p:pic>
    </p:spTree>
    <p:extLst>
      <p:ext uri="{BB962C8B-B14F-4D97-AF65-F5344CB8AC3E}">
        <p14:creationId xmlns:p14="http://schemas.microsoft.com/office/powerpoint/2010/main" val="25826303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PORTADA">
    <p:spTree>
      <p:nvGrpSpPr>
        <p:cNvPr id="1" name=""/>
        <p:cNvGrpSpPr/>
        <p:nvPr/>
      </p:nvGrpSpPr>
      <p:grpSpPr>
        <a:xfrm>
          <a:off x="0" y="0"/>
          <a:ext cx="0" cy="0"/>
          <a:chOff x="0" y="0"/>
          <a:chExt cx="0" cy="0"/>
        </a:xfrm>
      </p:grpSpPr>
      <p:sp>
        <p:nvSpPr>
          <p:cNvPr id="9" name="Rectángulo 8">
            <a:extLst>
              <a:ext uri="{FF2B5EF4-FFF2-40B4-BE49-F238E27FC236}">
                <a16:creationId xmlns:a16="http://schemas.microsoft.com/office/drawing/2014/main" id="{0B9F8ED1-59C1-13AB-FDC2-D2F841126D41}"/>
              </a:ext>
            </a:extLst>
          </p:cNvPr>
          <p:cNvSpPr/>
          <p:nvPr userDrawn="1"/>
        </p:nvSpPr>
        <p:spPr>
          <a:xfrm>
            <a:off x="0" y="1293962"/>
            <a:ext cx="7470475" cy="4313208"/>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3" name="Marcador de título 1">
            <a:extLst>
              <a:ext uri="{FF2B5EF4-FFF2-40B4-BE49-F238E27FC236}">
                <a16:creationId xmlns:a16="http://schemas.microsoft.com/office/drawing/2014/main" id="{FF83659B-4A17-32B9-7FAC-0FB3455C4C24}"/>
              </a:ext>
            </a:extLst>
          </p:cNvPr>
          <p:cNvSpPr>
            <a:spLocks noGrp="1"/>
          </p:cNvSpPr>
          <p:nvPr>
            <p:ph type="title"/>
          </p:nvPr>
        </p:nvSpPr>
        <p:spPr>
          <a:xfrm>
            <a:off x="838200" y="2418950"/>
            <a:ext cx="3639207" cy="370599"/>
          </a:xfrm>
          <a:prstGeom prst="rect">
            <a:avLst/>
          </a:prstGeom>
        </p:spPr>
        <p:txBody>
          <a:bodyPr vert="horz" lIns="91440" tIns="45720" rIns="91440" bIns="45720" rtlCol="0" anchor="b">
            <a:normAutofit/>
          </a:bodyPr>
          <a:lstStyle>
            <a:lvl1pPr>
              <a:defRPr>
                <a:solidFill>
                  <a:srgbClr val="3D3935"/>
                </a:solidFill>
              </a:defRPr>
            </a:lvl1pPr>
          </a:lstStyle>
          <a:p>
            <a:r>
              <a:rPr lang="es-MX"/>
              <a:t>Texto 1</a:t>
            </a:r>
            <a:endParaRPr lang="es-CL"/>
          </a:p>
        </p:txBody>
      </p:sp>
      <p:cxnSp>
        <p:nvCxnSpPr>
          <p:cNvPr id="5" name="Conector recto 4">
            <a:extLst>
              <a:ext uri="{FF2B5EF4-FFF2-40B4-BE49-F238E27FC236}">
                <a16:creationId xmlns:a16="http://schemas.microsoft.com/office/drawing/2014/main" id="{B057BD19-847F-0A7B-6B13-C0CD5BF538B5}"/>
              </a:ext>
            </a:extLst>
          </p:cNvPr>
          <p:cNvCxnSpPr>
            <a:cxnSpLocks/>
          </p:cNvCxnSpPr>
          <p:nvPr userDrawn="1"/>
        </p:nvCxnSpPr>
        <p:spPr>
          <a:xfrm>
            <a:off x="838200" y="3956197"/>
            <a:ext cx="0" cy="809767"/>
          </a:xfrm>
          <a:prstGeom prst="line">
            <a:avLst/>
          </a:prstGeom>
          <a:ln w="0" cmpd="sng">
            <a:solidFill>
              <a:srgbClr val="E1251B"/>
            </a:solidFill>
          </a:ln>
        </p:spPr>
        <p:style>
          <a:lnRef idx="1">
            <a:schemeClr val="accent1"/>
          </a:lnRef>
          <a:fillRef idx="0">
            <a:schemeClr val="accent1"/>
          </a:fillRef>
          <a:effectRef idx="0">
            <a:schemeClr val="accent1"/>
          </a:effectRef>
          <a:fontRef idx="minor">
            <a:schemeClr val="tx1"/>
          </a:fontRef>
        </p:style>
      </p:cxnSp>
      <p:sp>
        <p:nvSpPr>
          <p:cNvPr id="7" name="Marcador de texto 6">
            <a:extLst>
              <a:ext uri="{FF2B5EF4-FFF2-40B4-BE49-F238E27FC236}">
                <a16:creationId xmlns:a16="http://schemas.microsoft.com/office/drawing/2014/main" id="{8CA731E1-E976-E864-ADB4-389178F87D36}"/>
              </a:ext>
            </a:extLst>
          </p:cNvPr>
          <p:cNvSpPr>
            <a:spLocks noGrp="1"/>
          </p:cNvSpPr>
          <p:nvPr>
            <p:ph type="body" sz="quarter" idx="10" hasCustomPrompt="1"/>
          </p:nvPr>
        </p:nvSpPr>
        <p:spPr>
          <a:xfrm>
            <a:off x="1093788" y="3956050"/>
            <a:ext cx="4545012" cy="809767"/>
          </a:xfrm>
          <a:prstGeom prst="rect">
            <a:avLst/>
          </a:prstGeom>
        </p:spPr>
        <p:txBody>
          <a:bodyPr/>
          <a:lstStyle>
            <a:lvl1pPr>
              <a:defRPr sz="1400" b="0" i="0">
                <a:solidFill>
                  <a:srgbClr val="3D3935"/>
                </a:solidFill>
                <a:latin typeface="Montserrat" pitchFamily="2" charset="77"/>
              </a:defRPr>
            </a:lvl1pPr>
            <a:lvl2pPr marL="457200" indent="0">
              <a:buNone/>
              <a:defRPr sz="1200"/>
            </a:lvl2pPr>
            <a:lvl3pPr>
              <a:defRPr sz="1200"/>
            </a:lvl3pPr>
            <a:lvl4pPr>
              <a:defRPr sz="1200"/>
            </a:lvl4pPr>
            <a:lvl5pPr>
              <a:defRPr sz="1200"/>
            </a:lvl5pPr>
          </a:lstStyle>
          <a:p>
            <a:pPr lvl="0"/>
            <a:r>
              <a:rPr lang="es-MX"/>
              <a:t>Lorem ipsum dolor sit amet, consectetur adipiscing elit. Duis egestas posuere mi.</a:t>
            </a:r>
          </a:p>
        </p:txBody>
      </p:sp>
      <p:sp>
        <p:nvSpPr>
          <p:cNvPr id="17" name="Marcador de texto 16">
            <a:extLst>
              <a:ext uri="{FF2B5EF4-FFF2-40B4-BE49-F238E27FC236}">
                <a16:creationId xmlns:a16="http://schemas.microsoft.com/office/drawing/2014/main" id="{CFC94173-BF1D-8949-1A4E-BB2A6E25800C}"/>
              </a:ext>
            </a:extLst>
          </p:cNvPr>
          <p:cNvSpPr>
            <a:spLocks noGrp="1"/>
          </p:cNvSpPr>
          <p:nvPr>
            <p:ph type="body" sz="quarter" idx="12" hasCustomPrompt="1"/>
          </p:nvPr>
        </p:nvSpPr>
        <p:spPr>
          <a:xfrm>
            <a:off x="838199" y="2789549"/>
            <a:ext cx="4879419" cy="815664"/>
          </a:xfrm>
          <a:prstGeom prst="rect">
            <a:avLst/>
          </a:prstGeom>
        </p:spPr>
        <p:txBody>
          <a:bodyPr/>
          <a:lstStyle>
            <a:lvl1pPr>
              <a:defRPr sz="4800">
                <a:solidFill>
                  <a:srgbClr val="3D3935"/>
                </a:solidFill>
              </a:defRPr>
            </a:lvl1pPr>
          </a:lstStyle>
          <a:p>
            <a:pPr lvl="0"/>
            <a:r>
              <a:rPr lang="es-MX"/>
              <a:t>Título Presentación</a:t>
            </a:r>
            <a:endParaRPr lang="es-CL"/>
          </a:p>
        </p:txBody>
      </p:sp>
      <p:sp>
        <p:nvSpPr>
          <p:cNvPr id="2" name="Flecha: pentágono 8">
            <a:extLst>
              <a:ext uri="{FF2B5EF4-FFF2-40B4-BE49-F238E27FC236}">
                <a16:creationId xmlns:a16="http://schemas.microsoft.com/office/drawing/2014/main" id="{5F18CB2E-C54F-924F-B7A5-A55137ADA7D9}"/>
              </a:ext>
            </a:extLst>
          </p:cNvPr>
          <p:cNvSpPr/>
          <p:nvPr userDrawn="1"/>
        </p:nvSpPr>
        <p:spPr>
          <a:xfrm rot="5400000">
            <a:off x="708077" y="1424079"/>
            <a:ext cx="888525" cy="628287"/>
          </a:xfrm>
          <a:custGeom>
            <a:avLst/>
            <a:gdLst>
              <a:gd name="connsiteX0" fmla="*/ 0 w 815666"/>
              <a:gd name="connsiteY0" fmla="*/ 0 h 628287"/>
              <a:gd name="connsiteX1" fmla="*/ 501523 w 815666"/>
              <a:gd name="connsiteY1" fmla="*/ 0 h 628287"/>
              <a:gd name="connsiteX2" fmla="*/ 815666 w 815666"/>
              <a:gd name="connsiteY2" fmla="*/ 314144 h 628287"/>
              <a:gd name="connsiteX3" fmla="*/ 501523 w 815666"/>
              <a:gd name="connsiteY3" fmla="*/ 628287 h 628287"/>
              <a:gd name="connsiteX4" fmla="*/ 0 w 815666"/>
              <a:gd name="connsiteY4" fmla="*/ 628287 h 628287"/>
              <a:gd name="connsiteX5" fmla="*/ 0 w 815666"/>
              <a:gd name="connsiteY5" fmla="*/ 0 h 628287"/>
              <a:gd name="connsiteX0" fmla="*/ 0 w 703526"/>
              <a:gd name="connsiteY0" fmla="*/ 0 h 628287"/>
              <a:gd name="connsiteX1" fmla="*/ 501523 w 703526"/>
              <a:gd name="connsiteY1" fmla="*/ 0 h 628287"/>
              <a:gd name="connsiteX2" fmla="*/ 703526 w 703526"/>
              <a:gd name="connsiteY2" fmla="*/ 314144 h 628287"/>
              <a:gd name="connsiteX3" fmla="*/ 501523 w 703526"/>
              <a:gd name="connsiteY3" fmla="*/ 628287 h 628287"/>
              <a:gd name="connsiteX4" fmla="*/ 0 w 703526"/>
              <a:gd name="connsiteY4" fmla="*/ 628287 h 628287"/>
              <a:gd name="connsiteX5" fmla="*/ 0 w 703526"/>
              <a:gd name="connsiteY5" fmla="*/ 0 h 628287"/>
              <a:gd name="connsiteX0" fmla="*/ 0 w 614097"/>
              <a:gd name="connsiteY0" fmla="*/ 0 h 628287"/>
              <a:gd name="connsiteX1" fmla="*/ 501523 w 614097"/>
              <a:gd name="connsiteY1" fmla="*/ 0 h 628287"/>
              <a:gd name="connsiteX2" fmla="*/ 614097 w 614097"/>
              <a:gd name="connsiteY2" fmla="*/ 305518 h 628287"/>
              <a:gd name="connsiteX3" fmla="*/ 501523 w 614097"/>
              <a:gd name="connsiteY3" fmla="*/ 628287 h 628287"/>
              <a:gd name="connsiteX4" fmla="*/ 0 w 614097"/>
              <a:gd name="connsiteY4" fmla="*/ 628287 h 628287"/>
              <a:gd name="connsiteX5" fmla="*/ 0 w 614097"/>
              <a:gd name="connsiteY5" fmla="*/ 0 h 628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14097" h="628287">
                <a:moveTo>
                  <a:pt x="0" y="0"/>
                </a:moveTo>
                <a:lnTo>
                  <a:pt x="501523" y="0"/>
                </a:lnTo>
                <a:lnTo>
                  <a:pt x="614097" y="305518"/>
                </a:lnTo>
                <a:lnTo>
                  <a:pt x="501523" y="628287"/>
                </a:lnTo>
                <a:lnTo>
                  <a:pt x="0" y="628287"/>
                </a:lnTo>
                <a:lnTo>
                  <a:pt x="0" y="0"/>
                </a:lnTo>
                <a:close/>
              </a:path>
            </a:pathLst>
          </a:custGeom>
          <a:solidFill>
            <a:srgbClr val="E1251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ln>
                <a:noFill/>
              </a:ln>
              <a:noFill/>
            </a:endParaRPr>
          </a:p>
        </p:txBody>
      </p:sp>
      <p:pic>
        <p:nvPicPr>
          <p:cNvPr id="4" name="Imagen 3">
            <a:extLst>
              <a:ext uri="{FF2B5EF4-FFF2-40B4-BE49-F238E27FC236}">
                <a16:creationId xmlns:a16="http://schemas.microsoft.com/office/drawing/2014/main" id="{D0D4DBA3-44D6-2901-17C6-7615E3C45D0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9585146" y="1223143"/>
            <a:ext cx="2028909" cy="1566406"/>
          </a:xfrm>
          <a:prstGeom prst="rect">
            <a:avLst/>
          </a:prstGeom>
        </p:spPr>
      </p:pic>
    </p:spTree>
    <p:extLst>
      <p:ext uri="{BB962C8B-B14F-4D97-AF65-F5344CB8AC3E}">
        <p14:creationId xmlns:p14="http://schemas.microsoft.com/office/powerpoint/2010/main" val="18520864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PORTADA">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F752ED50-8615-4318-7301-E6CA6708F3DB}"/>
              </a:ext>
            </a:extLst>
          </p:cNvPr>
          <p:cNvSpPr/>
          <p:nvPr userDrawn="1"/>
        </p:nvSpPr>
        <p:spPr>
          <a:xfrm>
            <a:off x="0" y="1293962"/>
            <a:ext cx="7470475" cy="4313208"/>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solidFill>
                <a:srgbClr val="3D3935"/>
              </a:solidFill>
            </a:endParaRPr>
          </a:p>
        </p:txBody>
      </p:sp>
      <p:sp>
        <p:nvSpPr>
          <p:cNvPr id="3" name="Marcador de título 1">
            <a:extLst>
              <a:ext uri="{FF2B5EF4-FFF2-40B4-BE49-F238E27FC236}">
                <a16:creationId xmlns:a16="http://schemas.microsoft.com/office/drawing/2014/main" id="{026367F1-5373-E8E9-8876-F309C37826A2}"/>
              </a:ext>
            </a:extLst>
          </p:cNvPr>
          <p:cNvSpPr>
            <a:spLocks noGrp="1"/>
          </p:cNvSpPr>
          <p:nvPr>
            <p:ph type="title"/>
          </p:nvPr>
        </p:nvSpPr>
        <p:spPr>
          <a:xfrm>
            <a:off x="838200" y="2418950"/>
            <a:ext cx="3639207" cy="370599"/>
          </a:xfrm>
          <a:prstGeom prst="rect">
            <a:avLst/>
          </a:prstGeom>
        </p:spPr>
        <p:txBody>
          <a:bodyPr vert="horz" lIns="91440" tIns="45720" rIns="91440" bIns="45720" rtlCol="0" anchor="b">
            <a:normAutofit/>
          </a:bodyPr>
          <a:lstStyle/>
          <a:p>
            <a:r>
              <a:rPr lang="es-MX"/>
              <a:t>Texto 1</a:t>
            </a:r>
            <a:endParaRPr lang="es-CL"/>
          </a:p>
        </p:txBody>
      </p:sp>
      <p:cxnSp>
        <p:nvCxnSpPr>
          <p:cNvPr id="4" name="Conector recto 3">
            <a:extLst>
              <a:ext uri="{FF2B5EF4-FFF2-40B4-BE49-F238E27FC236}">
                <a16:creationId xmlns:a16="http://schemas.microsoft.com/office/drawing/2014/main" id="{59B6D429-1712-54A2-B5F3-B54E033789E4}"/>
              </a:ext>
            </a:extLst>
          </p:cNvPr>
          <p:cNvCxnSpPr>
            <a:cxnSpLocks/>
          </p:cNvCxnSpPr>
          <p:nvPr userDrawn="1"/>
        </p:nvCxnSpPr>
        <p:spPr>
          <a:xfrm>
            <a:off x="838200" y="3956197"/>
            <a:ext cx="0" cy="809767"/>
          </a:xfrm>
          <a:prstGeom prst="line">
            <a:avLst/>
          </a:prstGeom>
          <a:ln w="0" cmpd="sng">
            <a:solidFill>
              <a:schemeClr val="bg1"/>
            </a:solidFill>
          </a:ln>
        </p:spPr>
        <p:style>
          <a:lnRef idx="1">
            <a:schemeClr val="accent1"/>
          </a:lnRef>
          <a:fillRef idx="0">
            <a:schemeClr val="accent1"/>
          </a:fillRef>
          <a:effectRef idx="0">
            <a:schemeClr val="accent1"/>
          </a:effectRef>
          <a:fontRef idx="minor">
            <a:schemeClr val="tx1"/>
          </a:fontRef>
        </p:style>
      </p:cxnSp>
      <p:sp>
        <p:nvSpPr>
          <p:cNvPr id="5" name="Marcador de texto 6">
            <a:extLst>
              <a:ext uri="{FF2B5EF4-FFF2-40B4-BE49-F238E27FC236}">
                <a16:creationId xmlns:a16="http://schemas.microsoft.com/office/drawing/2014/main" id="{B0EF2307-685E-32CC-313F-A3B832CA04C1}"/>
              </a:ext>
            </a:extLst>
          </p:cNvPr>
          <p:cNvSpPr>
            <a:spLocks noGrp="1"/>
          </p:cNvSpPr>
          <p:nvPr>
            <p:ph type="body" sz="quarter" idx="10" hasCustomPrompt="1"/>
          </p:nvPr>
        </p:nvSpPr>
        <p:spPr>
          <a:xfrm>
            <a:off x="1093788" y="3956050"/>
            <a:ext cx="4545012" cy="809767"/>
          </a:xfrm>
          <a:prstGeom prst="rect">
            <a:avLst/>
          </a:prstGeom>
        </p:spPr>
        <p:txBody>
          <a:bodyPr/>
          <a:lstStyle>
            <a:lvl1pPr>
              <a:defRPr sz="1400" b="0" i="0">
                <a:latin typeface="Montserrat" pitchFamily="2" charset="77"/>
              </a:defRPr>
            </a:lvl1pPr>
            <a:lvl2pPr marL="457200" indent="0">
              <a:buNone/>
              <a:defRPr sz="1200"/>
            </a:lvl2pPr>
            <a:lvl3pPr>
              <a:defRPr sz="1200"/>
            </a:lvl3pPr>
            <a:lvl4pPr>
              <a:defRPr sz="1200"/>
            </a:lvl4pPr>
            <a:lvl5pPr>
              <a:defRPr sz="1200"/>
            </a:lvl5pPr>
          </a:lstStyle>
          <a:p>
            <a:pPr lvl="0"/>
            <a:r>
              <a:rPr lang="es-MX"/>
              <a:t>Lorem ipsum dolor sit amet, consectetur adipiscing elit. Duis egestas posuere mi.</a:t>
            </a:r>
          </a:p>
        </p:txBody>
      </p:sp>
      <p:sp>
        <p:nvSpPr>
          <p:cNvPr id="6" name="Marcador de texto 16">
            <a:extLst>
              <a:ext uri="{FF2B5EF4-FFF2-40B4-BE49-F238E27FC236}">
                <a16:creationId xmlns:a16="http://schemas.microsoft.com/office/drawing/2014/main" id="{BF598CED-6DF9-F670-812C-3B03498D26C3}"/>
              </a:ext>
            </a:extLst>
          </p:cNvPr>
          <p:cNvSpPr>
            <a:spLocks noGrp="1"/>
          </p:cNvSpPr>
          <p:nvPr>
            <p:ph type="body" sz="quarter" idx="12" hasCustomPrompt="1"/>
          </p:nvPr>
        </p:nvSpPr>
        <p:spPr>
          <a:xfrm>
            <a:off x="838199" y="2789549"/>
            <a:ext cx="4879419" cy="815664"/>
          </a:xfrm>
          <a:prstGeom prst="rect">
            <a:avLst/>
          </a:prstGeom>
        </p:spPr>
        <p:txBody>
          <a:bodyPr/>
          <a:lstStyle>
            <a:lvl1pPr>
              <a:defRPr sz="4800"/>
            </a:lvl1pPr>
          </a:lstStyle>
          <a:p>
            <a:pPr lvl="0"/>
            <a:r>
              <a:rPr lang="es-MX"/>
              <a:t>Título Presentación</a:t>
            </a:r>
            <a:endParaRPr lang="es-CL"/>
          </a:p>
        </p:txBody>
      </p:sp>
      <p:sp>
        <p:nvSpPr>
          <p:cNvPr id="9" name="Flecha: pentágono 8">
            <a:extLst>
              <a:ext uri="{FF2B5EF4-FFF2-40B4-BE49-F238E27FC236}">
                <a16:creationId xmlns:a16="http://schemas.microsoft.com/office/drawing/2014/main" id="{CF9CA1AB-E4D0-4D3D-EEA9-7B1EDD2E70DF}"/>
              </a:ext>
            </a:extLst>
          </p:cNvPr>
          <p:cNvSpPr/>
          <p:nvPr userDrawn="1"/>
        </p:nvSpPr>
        <p:spPr>
          <a:xfrm rot="5400000">
            <a:off x="708077" y="1424079"/>
            <a:ext cx="888525" cy="628287"/>
          </a:xfrm>
          <a:custGeom>
            <a:avLst/>
            <a:gdLst>
              <a:gd name="connsiteX0" fmla="*/ 0 w 815666"/>
              <a:gd name="connsiteY0" fmla="*/ 0 h 628287"/>
              <a:gd name="connsiteX1" fmla="*/ 501523 w 815666"/>
              <a:gd name="connsiteY1" fmla="*/ 0 h 628287"/>
              <a:gd name="connsiteX2" fmla="*/ 815666 w 815666"/>
              <a:gd name="connsiteY2" fmla="*/ 314144 h 628287"/>
              <a:gd name="connsiteX3" fmla="*/ 501523 w 815666"/>
              <a:gd name="connsiteY3" fmla="*/ 628287 h 628287"/>
              <a:gd name="connsiteX4" fmla="*/ 0 w 815666"/>
              <a:gd name="connsiteY4" fmla="*/ 628287 h 628287"/>
              <a:gd name="connsiteX5" fmla="*/ 0 w 815666"/>
              <a:gd name="connsiteY5" fmla="*/ 0 h 628287"/>
              <a:gd name="connsiteX0" fmla="*/ 0 w 703526"/>
              <a:gd name="connsiteY0" fmla="*/ 0 h 628287"/>
              <a:gd name="connsiteX1" fmla="*/ 501523 w 703526"/>
              <a:gd name="connsiteY1" fmla="*/ 0 h 628287"/>
              <a:gd name="connsiteX2" fmla="*/ 703526 w 703526"/>
              <a:gd name="connsiteY2" fmla="*/ 314144 h 628287"/>
              <a:gd name="connsiteX3" fmla="*/ 501523 w 703526"/>
              <a:gd name="connsiteY3" fmla="*/ 628287 h 628287"/>
              <a:gd name="connsiteX4" fmla="*/ 0 w 703526"/>
              <a:gd name="connsiteY4" fmla="*/ 628287 h 628287"/>
              <a:gd name="connsiteX5" fmla="*/ 0 w 703526"/>
              <a:gd name="connsiteY5" fmla="*/ 0 h 628287"/>
              <a:gd name="connsiteX0" fmla="*/ 0 w 614097"/>
              <a:gd name="connsiteY0" fmla="*/ 0 h 628287"/>
              <a:gd name="connsiteX1" fmla="*/ 501523 w 614097"/>
              <a:gd name="connsiteY1" fmla="*/ 0 h 628287"/>
              <a:gd name="connsiteX2" fmla="*/ 614097 w 614097"/>
              <a:gd name="connsiteY2" fmla="*/ 305518 h 628287"/>
              <a:gd name="connsiteX3" fmla="*/ 501523 w 614097"/>
              <a:gd name="connsiteY3" fmla="*/ 628287 h 628287"/>
              <a:gd name="connsiteX4" fmla="*/ 0 w 614097"/>
              <a:gd name="connsiteY4" fmla="*/ 628287 h 628287"/>
              <a:gd name="connsiteX5" fmla="*/ 0 w 614097"/>
              <a:gd name="connsiteY5" fmla="*/ 0 h 628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14097" h="628287">
                <a:moveTo>
                  <a:pt x="0" y="0"/>
                </a:moveTo>
                <a:lnTo>
                  <a:pt x="501523" y="0"/>
                </a:lnTo>
                <a:lnTo>
                  <a:pt x="614097" y="305518"/>
                </a:lnTo>
                <a:lnTo>
                  <a:pt x="501523" y="628287"/>
                </a:lnTo>
                <a:lnTo>
                  <a:pt x="0" y="628287"/>
                </a:lnTo>
                <a:lnTo>
                  <a:pt x="0" y="0"/>
                </a:lnTo>
                <a:close/>
              </a:path>
            </a:pathLst>
          </a:custGeom>
          <a:solidFill>
            <a:srgbClr val="E1251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ln>
                <a:noFill/>
              </a:ln>
              <a:noFill/>
            </a:endParaRPr>
          </a:p>
        </p:txBody>
      </p:sp>
      <p:pic>
        <p:nvPicPr>
          <p:cNvPr id="8" name="Imagen 7">
            <a:extLst>
              <a:ext uri="{FF2B5EF4-FFF2-40B4-BE49-F238E27FC236}">
                <a16:creationId xmlns:a16="http://schemas.microsoft.com/office/drawing/2014/main" id="{05AFA71D-0798-8D0A-A818-1D6C4420814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9585146" y="1223143"/>
            <a:ext cx="2028909" cy="1566406"/>
          </a:xfrm>
          <a:prstGeom prst="rect">
            <a:avLst/>
          </a:prstGeom>
        </p:spPr>
      </p:pic>
    </p:spTree>
    <p:extLst>
      <p:ext uri="{BB962C8B-B14F-4D97-AF65-F5344CB8AC3E}">
        <p14:creationId xmlns:p14="http://schemas.microsoft.com/office/powerpoint/2010/main" val="17936730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PORTADA-stgo">
    <p:bg>
      <p:bgPr>
        <a:blipFill dpi="0" rotWithShape="1">
          <a:blip r:embed="rId2">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Marcador de título 1">
            <a:extLst>
              <a:ext uri="{FF2B5EF4-FFF2-40B4-BE49-F238E27FC236}">
                <a16:creationId xmlns:a16="http://schemas.microsoft.com/office/drawing/2014/main" id="{026367F1-5373-E8E9-8876-F309C37826A2}"/>
              </a:ext>
            </a:extLst>
          </p:cNvPr>
          <p:cNvSpPr>
            <a:spLocks noGrp="1"/>
          </p:cNvSpPr>
          <p:nvPr>
            <p:ph type="title"/>
          </p:nvPr>
        </p:nvSpPr>
        <p:spPr>
          <a:xfrm>
            <a:off x="838200" y="2418950"/>
            <a:ext cx="3639207" cy="370599"/>
          </a:xfrm>
          <a:prstGeom prst="rect">
            <a:avLst/>
          </a:prstGeom>
        </p:spPr>
        <p:txBody>
          <a:bodyPr vert="horz" lIns="91440" tIns="45720" rIns="91440" bIns="45720" rtlCol="0" anchor="b">
            <a:normAutofit/>
          </a:bodyPr>
          <a:lstStyle/>
          <a:p>
            <a:r>
              <a:rPr lang="es-MX"/>
              <a:t>Texto 1</a:t>
            </a:r>
            <a:endParaRPr lang="es-CL"/>
          </a:p>
        </p:txBody>
      </p:sp>
      <p:cxnSp>
        <p:nvCxnSpPr>
          <p:cNvPr id="4" name="Conector recto 3">
            <a:extLst>
              <a:ext uri="{FF2B5EF4-FFF2-40B4-BE49-F238E27FC236}">
                <a16:creationId xmlns:a16="http://schemas.microsoft.com/office/drawing/2014/main" id="{59B6D429-1712-54A2-B5F3-B54E033789E4}"/>
              </a:ext>
            </a:extLst>
          </p:cNvPr>
          <p:cNvCxnSpPr>
            <a:cxnSpLocks/>
          </p:cNvCxnSpPr>
          <p:nvPr userDrawn="1"/>
        </p:nvCxnSpPr>
        <p:spPr>
          <a:xfrm>
            <a:off x="838200" y="3956197"/>
            <a:ext cx="0" cy="809767"/>
          </a:xfrm>
          <a:prstGeom prst="line">
            <a:avLst/>
          </a:prstGeom>
          <a:ln w="0" cmpd="sng">
            <a:solidFill>
              <a:schemeClr val="bg1"/>
            </a:solidFill>
          </a:ln>
        </p:spPr>
        <p:style>
          <a:lnRef idx="1">
            <a:schemeClr val="accent1"/>
          </a:lnRef>
          <a:fillRef idx="0">
            <a:schemeClr val="accent1"/>
          </a:fillRef>
          <a:effectRef idx="0">
            <a:schemeClr val="accent1"/>
          </a:effectRef>
          <a:fontRef idx="minor">
            <a:schemeClr val="tx1"/>
          </a:fontRef>
        </p:style>
      </p:cxnSp>
      <p:sp>
        <p:nvSpPr>
          <p:cNvPr id="5" name="Marcador de texto 6">
            <a:extLst>
              <a:ext uri="{FF2B5EF4-FFF2-40B4-BE49-F238E27FC236}">
                <a16:creationId xmlns:a16="http://schemas.microsoft.com/office/drawing/2014/main" id="{B0EF2307-685E-32CC-313F-A3B832CA04C1}"/>
              </a:ext>
            </a:extLst>
          </p:cNvPr>
          <p:cNvSpPr>
            <a:spLocks noGrp="1"/>
          </p:cNvSpPr>
          <p:nvPr>
            <p:ph type="body" sz="quarter" idx="10" hasCustomPrompt="1"/>
          </p:nvPr>
        </p:nvSpPr>
        <p:spPr>
          <a:xfrm>
            <a:off x="1093788" y="3956050"/>
            <a:ext cx="4545012" cy="809767"/>
          </a:xfrm>
          <a:prstGeom prst="rect">
            <a:avLst/>
          </a:prstGeom>
        </p:spPr>
        <p:txBody>
          <a:bodyPr/>
          <a:lstStyle>
            <a:lvl1pPr>
              <a:defRPr sz="1400" b="0" i="0">
                <a:latin typeface="Montserrat" pitchFamily="2" charset="77"/>
              </a:defRPr>
            </a:lvl1pPr>
            <a:lvl2pPr marL="457200" indent="0">
              <a:buNone/>
              <a:defRPr sz="1200"/>
            </a:lvl2pPr>
            <a:lvl3pPr>
              <a:defRPr sz="1200"/>
            </a:lvl3pPr>
            <a:lvl4pPr>
              <a:defRPr sz="1200"/>
            </a:lvl4pPr>
            <a:lvl5pPr>
              <a:defRPr sz="1200"/>
            </a:lvl5pPr>
          </a:lstStyle>
          <a:p>
            <a:pPr lvl="0"/>
            <a:r>
              <a:rPr lang="es-MX"/>
              <a:t>Lorem ipsum dolor sit amet, consectetur adipiscing elit. Duis egestas posuere mi.</a:t>
            </a:r>
          </a:p>
        </p:txBody>
      </p:sp>
      <p:sp>
        <p:nvSpPr>
          <p:cNvPr id="6" name="Marcador de texto 16">
            <a:extLst>
              <a:ext uri="{FF2B5EF4-FFF2-40B4-BE49-F238E27FC236}">
                <a16:creationId xmlns:a16="http://schemas.microsoft.com/office/drawing/2014/main" id="{BF598CED-6DF9-F670-812C-3B03498D26C3}"/>
              </a:ext>
            </a:extLst>
          </p:cNvPr>
          <p:cNvSpPr>
            <a:spLocks noGrp="1"/>
          </p:cNvSpPr>
          <p:nvPr>
            <p:ph type="body" sz="quarter" idx="12" hasCustomPrompt="1"/>
          </p:nvPr>
        </p:nvSpPr>
        <p:spPr>
          <a:xfrm>
            <a:off x="838199" y="2789549"/>
            <a:ext cx="4879419" cy="815664"/>
          </a:xfrm>
          <a:prstGeom prst="rect">
            <a:avLst/>
          </a:prstGeom>
        </p:spPr>
        <p:txBody>
          <a:bodyPr/>
          <a:lstStyle>
            <a:lvl1pPr>
              <a:defRPr sz="4800"/>
            </a:lvl1pPr>
          </a:lstStyle>
          <a:p>
            <a:pPr lvl="0"/>
            <a:r>
              <a:rPr lang="es-MX"/>
              <a:t>Título Presentación</a:t>
            </a:r>
            <a:endParaRPr lang="es-CL"/>
          </a:p>
        </p:txBody>
      </p:sp>
      <p:pic>
        <p:nvPicPr>
          <p:cNvPr id="11" name="Imagen 10">
            <a:extLst>
              <a:ext uri="{FF2B5EF4-FFF2-40B4-BE49-F238E27FC236}">
                <a16:creationId xmlns:a16="http://schemas.microsoft.com/office/drawing/2014/main" id="{D83B0535-8A90-D31A-834A-9EED9153F00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578256" y="1219253"/>
            <a:ext cx="2035799" cy="1570296"/>
          </a:xfrm>
          <a:prstGeom prst="rect">
            <a:avLst/>
          </a:prstGeom>
        </p:spPr>
      </p:pic>
    </p:spTree>
    <p:extLst>
      <p:ext uri="{BB962C8B-B14F-4D97-AF65-F5344CB8AC3E}">
        <p14:creationId xmlns:p14="http://schemas.microsoft.com/office/powerpoint/2010/main" val="30750691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PORTADA-talca">
    <p:bg>
      <p:bgPr>
        <a:blipFill dpi="0" rotWithShape="1">
          <a:blip r:embed="rId2">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Marcador de título 1">
            <a:extLst>
              <a:ext uri="{FF2B5EF4-FFF2-40B4-BE49-F238E27FC236}">
                <a16:creationId xmlns:a16="http://schemas.microsoft.com/office/drawing/2014/main" id="{026367F1-5373-E8E9-8876-F309C37826A2}"/>
              </a:ext>
            </a:extLst>
          </p:cNvPr>
          <p:cNvSpPr>
            <a:spLocks noGrp="1"/>
          </p:cNvSpPr>
          <p:nvPr>
            <p:ph type="title"/>
          </p:nvPr>
        </p:nvSpPr>
        <p:spPr>
          <a:xfrm>
            <a:off x="838200" y="2418950"/>
            <a:ext cx="3639207" cy="370599"/>
          </a:xfrm>
          <a:prstGeom prst="rect">
            <a:avLst/>
          </a:prstGeom>
        </p:spPr>
        <p:txBody>
          <a:bodyPr vert="horz" lIns="91440" tIns="45720" rIns="91440" bIns="45720" rtlCol="0" anchor="b">
            <a:normAutofit/>
          </a:bodyPr>
          <a:lstStyle/>
          <a:p>
            <a:r>
              <a:rPr lang="es-MX"/>
              <a:t>Texto 1</a:t>
            </a:r>
            <a:endParaRPr lang="es-CL"/>
          </a:p>
        </p:txBody>
      </p:sp>
      <p:cxnSp>
        <p:nvCxnSpPr>
          <p:cNvPr id="4" name="Conector recto 3">
            <a:extLst>
              <a:ext uri="{FF2B5EF4-FFF2-40B4-BE49-F238E27FC236}">
                <a16:creationId xmlns:a16="http://schemas.microsoft.com/office/drawing/2014/main" id="{59B6D429-1712-54A2-B5F3-B54E033789E4}"/>
              </a:ext>
            </a:extLst>
          </p:cNvPr>
          <p:cNvCxnSpPr>
            <a:cxnSpLocks/>
          </p:cNvCxnSpPr>
          <p:nvPr userDrawn="1"/>
        </p:nvCxnSpPr>
        <p:spPr>
          <a:xfrm>
            <a:off x="838200" y="3956197"/>
            <a:ext cx="0" cy="809767"/>
          </a:xfrm>
          <a:prstGeom prst="line">
            <a:avLst/>
          </a:prstGeom>
          <a:ln w="0" cmpd="sng">
            <a:solidFill>
              <a:schemeClr val="bg1"/>
            </a:solidFill>
          </a:ln>
        </p:spPr>
        <p:style>
          <a:lnRef idx="1">
            <a:schemeClr val="accent1"/>
          </a:lnRef>
          <a:fillRef idx="0">
            <a:schemeClr val="accent1"/>
          </a:fillRef>
          <a:effectRef idx="0">
            <a:schemeClr val="accent1"/>
          </a:effectRef>
          <a:fontRef idx="minor">
            <a:schemeClr val="tx1"/>
          </a:fontRef>
        </p:style>
      </p:cxnSp>
      <p:sp>
        <p:nvSpPr>
          <p:cNvPr id="5" name="Marcador de texto 6">
            <a:extLst>
              <a:ext uri="{FF2B5EF4-FFF2-40B4-BE49-F238E27FC236}">
                <a16:creationId xmlns:a16="http://schemas.microsoft.com/office/drawing/2014/main" id="{B0EF2307-685E-32CC-313F-A3B832CA04C1}"/>
              </a:ext>
            </a:extLst>
          </p:cNvPr>
          <p:cNvSpPr>
            <a:spLocks noGrp="1"/>
          </p:cNvSpPr>
          <p:nvPr>
            <p:ph type="body" sz="quarter" idx="10" hasCustomPrompt="1"/>
          </p:nvPr>
        </p:nvSpPr>
        <p:spPr>
          <a:xfrm>
            <a:off x="1093788" y="3956050"/>
            <a:ext cx="4545012" cy="809767"/>
          </a:xfrm>
          <a:prstGeom prst="rect">
            <a:avLst/>
          </a:prstGeom>
        </p:spPr>
        <p:txBody>
          <a:bodyPr/>
          <a:lstStyle>
            <a:lvl1pPr>
              <a:defRPr sz="1400" b="0" i="0">
                <a:latin typeface="Montserrat" pitchFamily="2" charset="77"/>
              </a:defRPr>
            </a:lvl1pPr>
            <a:lvl2pPr marL="457200" indent="0">
              <a:buNone/>
              <a:defRPr sz="1200"/>
            </a:lvl2pPr>
            <a:lvl3pPr>
              <a:defRPr sz="1200"/>
            </a:lvl3pPr>
            <a:lvl4pPr>
              <a:defRPr sz="1200"/>
            </a:lvl4pPr>
            <a:lvl5pPr>
              <a:defRPr sz="1200"/>
            </a:lvl5pPr>
          </a:lstStyle>
          <a:p>
            <a:pPr lvl="0"/>
            <a:r>
              <a:rPr lang="es-MX"/>
              <a:t>Lorem ipsum dolor sit amet, consectetur adipiscing elit. Duis egestas posuere mi.</a:t>
            </a:r>
          </a:p>
        </p:txBody>
      </p:sp>
      <p:sp>
        <p:nvSpPr>
          <p:cNvPr id="6" name="Marcador de texto 16">
            <a:extLst>
              <a:ext uri="{FF2B5EF4-FFF2-40B4-BE49-F238E27FC236}">
                <a16:creationId xmlns:a16="http://schemas.microsoft.com/office/drawing/2014/main" id="{BF598CED-6DF9-F670-812C-3B03498D26C3}"/>
              </a:ext>
            </a:extLst>
          </p:cNvPr>
          <p:cNvSpPr>
            <a:spLocks noGrp="1"/>
          </p:cNvSpPr>
          <p:nvPr>
            <p:ph type="body" sz="quarter" idx="12" hasCustomPrompt="1"/>
          </p:nvPr>
        </p:nvSpPr>
        <p:spPr>
          <a:xfrm>
            <a:off x="838199" y="2789549"/>
            <a:ext cx="4879419" cy="815664"/>
          </a:xfrm>
          <a:prstGeom prst="rect">
            <a:avLst/>
          </a:prstGeom>
        </p:spPr>
        <p:txBody>
          <a:bodyPr/>
          <a:lstStyle>
            <a:lvl1pPr>
              <a:defRPr sz="4800"/>
            </a:lvl1pPr>
          </a:lstStyle>
          <a:p>
            <a:pPr lvl="0"/>
            <a:r>
              <a:rPr lang="es-MX"/>
              <a:t>Título Presentación</a:t>
            </a:r>
            <a:endParaRPr lang="es-CL"/>
          </a:p>
        </p:txBody>
      </p:sp>
      <p:pic>
        <p:nvPicPr>
          <p:cNvPr id="11" name="Imagen 10">
            <a:extLst>
              <a:ext uri="{FF2B5EF4-FFF2-40B4-BE49-F238E27FC236}">
                <a16:creationId xmlns:a16="http://schemas.microsoft.com/office/drawing/2014/main" id="{D83B0535-8A90-D31A-834A-9EED9153F00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578256" y="1219253"/>
            <a:ext cx="2035799" cy="1570296"/>
          </a:xfrm>
          <a:prstGeom prst="rect">
            <a:avLst/>
          </a:prstGeom>
        </p:spPr>
      </p:pic>
    </p:spTree>
    <p:extLst>
      <p:ext uri="{BB962C8B-B14F-4D97-AF65-F5344CB8AC3E}">
        <p14:creationId xmlns:p14="http://schemas.microsoft.com/office/powerpoint/2010/main" val="37165945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ORTADA-temuco">
    <p:bg>
      <p:bgPr>
        <a:blipFill dpi="0" rotWithShape="1">
          <a:blip r:embed="rId2">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Marcador de título 1">
            <a:extLst>
              <a:ext uri="{FF2B5EF4-FFF2-40B4-BE49-F238E27FC236}">
                <a16:creationId xmlns:a16="http://schemas.microsoft.com/office/drawing/2014/main" id="{026367F1-5373-E8E9-8876-F309C37826A2}"/>
              </a:ext>
            </a:extLst>
          </p:cNvPr>
          <p:cNvSpPr>
            <a:spLocks noGrp="1"/>
          </p:cNvSpPr>
          <p:nvPr>
            <p:ph type="title"/>
          </p:nvPr>
        </p:nvSpPr>
        <p:spPr>
          <a:xfrm>
            <a:off x="838200" y="2418950"/>
            <a:ext cx="3639207" cy="370599"/>
          </a:xfrm>
          <a:prstGeom prst="rect">
            <a:avLst/>
          </a:prstGeom>
        </p:spPr>
        <p:txBody>
          <a:bodyPr vert="horz" lIns="91440" tIns="45720" rIns="91440" bIns="45720" rtlCol="0" anchor="b">
            <a:normAutofit/>
          </a:bodyPr>
          <a:lstStyle/>
          <a:p>
            <a:r>
              <a:rPr lang="es-MX"/>
              <a:t>Texto 1</a:t>
            </a:r>
            <a:endParaRPr lang="es-CL"/>
          </a:p>
        </p:txBody>
      </p:sp>
      <p:cxnSp>
        <p:nvCxnSpPr>
          <p:cNvPr id="4" name="Conector recto 3">
            <a:extLst>
              <a:ext uri="{FF2B5EF4-FFF2-40B4-BE49-F238E27FC236}">
                <a16:creationId xmlns:a16="http://schemas.microsoft.com/office/drawing/2014/main" id="{59B6D429-1712-54A2-B5F3-B54E033789E4}"/>
              </a:ext>
            </a:extLst>
          </p:cNvPr>
          <p:cNvCxnSpPr>
            <a:cxnSpLocks/>
          </p:cNvCxnSpPr>
          <p:nvPr userDrawn="1"/>
        </p:nvCxnSpPr>
        <p:spPr>
          <a:xfrm>
            <a:off x="838200" y="3956197"/>
            <a:ext cx="0" cy="809767"/>
          </a:xfrm>
          <a:prstGeom prst="line">
            <a:avLst/>
          </a:prstGeom>
          <a:ln w="0" cmpd="sng">
            <a:solidFill>
              <a:schemeClr val="bg1"/>
            </a:solidFill>
          </a:ln>
        </p:spPr>
        <p:style>
          <a:lnRef idx="1">
            <a:schemeClr val="accent1"/>
          </a:lnRef>
          <a:fillRef idx="0">
            <a:schemeClr val="accent1"/>
          </a:fillRef>
          <a:effectRef idx="0">
            <a:schemeClr val="accent1"/>
          </a:effectRef>
          <a:fontRef idx="minor">
            <a:schemeClr val="tx1"/>
          </a:fontRef>
        </p:style>
      </p:cxnSp>
      <p:sp>
        <p:nvSpPr>
          <p:cNvPr id="5" name="Marcador de texto 6">
            <a:extLst>
              <a:ext uri="{FF2B5EF4-FFF2-40B4-BE49-F238E27FC236}">
                <a16:creationId xmlns:a16="http://schemas.microsoft.com/office/drawing/2014/main" id="{B0EF2307-685E-32CC-313F-A3B832CA04C1}"/>
              </a:ext>
            </a:extLst>
          </p:cNvPr>
          <p:cNvSpPr>
            <a:spLocks noGrp="1"/>
          </p:cNvSpPr>
          <p:nvPr>
            <p:ph type="body" sz="quarter" idx="10" hasCustomPrompt="1"/>
          </p:nvPr>
        </p:nvSpPr>
        <p:spPr>
          <a:xfrm>
            <a:off x="1093788" y="3956050"/>
            <a:ext cx="4545012" cy="809767"/>
          </a:xfrm>
          <a:prstGeom prst="rect">
            <a:avLst/>
          </a:prstGeom>
        </p:spPr>
        <p:txBody>
          <a:bodyPr/>
          <a:lstStyle>
            <a:lvl1pPr>
              <a:defRPr sz="1400" b="0" i="0">
                <a:latin typeface="Montserrat" pitchFamily="2" charset="77"/>
              </a:defRPr>
            </a:lvl1pPr>
            <a:lvl2pPr marL="457200" indent="0">
              <a:buNone/>
              <a:defRPr sz="1200"/>
            </a:lvl2pPr>
            <a:lvl3pPr>
              <a:defRPr sz="1200"/>
            </a:lvl3pPr>
            <a:lvl4pPr>
              <a:defRPr sz="1200"/>
            </a:lvl4pPr>
            <a:lvl5pPr>
              <a:defRPr sz="1200"/>
            </a:lvl5pPr>
          </a:lstStyle>
          <a:p>
            <a:pPr lvl="0"/>
            <a:r>
              <a:rPr lang="es-MX"/>
              <a:t>Lorem ipsum dolor sit amet, consectetur adipiscing elit. Duis egestas posuere mi.</a:t>
            </a:r>
          </a:p>
        </p:txBody>
      </p:sp>
      <p:sp>
        <p:nvSpPr>
          <p:cNvPr id="6" name="Marcador de texto 16">
            <a:extLst>
              <a:ext uri="{FF2B5EF4-FFF2-40B4-BE49-F238E27FC236}">
                <a16:creationId xmlns:a16="http://schemas.microsoft.com/office/drawing/2014/main" id="{BF598CED-6DF9-F670-812C-3B03498D26C3}"/>
              </a:ext>
            </a:extLst>
          </p:cNvPr>
          <p:cNvSpPr>
            <a:spLocks noGrp="1"/>
          </p:cNvSpPr>
          <p:nvPr>
            <p:ph type="body" sz="quarter" idx="12" hasCustomPrompt="1"/>
          </p:nvPr>
        </p:nvSpPr>
        <p:spPr>
          <a:xfrm>
            <a:off x="838199" y="2789549"/>
            <a:ext cx="4879419" cy="815664"/>
          </a:xfrm>
          <a:prstGeom prst="rect">
            <a:avLst/>
          </a:prstGeom>
        </p:spPr>
        <p:txBody>
          <a:bodyPr/>
          <a:lstStyle>
            <a:lvl1pPr>
              <a:defRPr sz="4800"/>
            </a:lvl1pPr>
          </a:lstStyle>
          <a:p>
            <a:pPr lvl="0"/>
            <a:r>
              <a:rPr lang="es-MX"/>
              <a:t>Título Presentación</a:t>
            </a:r>
            <a:endParaRPr lang="es-CL"/>
          </a:p>
        </p:txBody>
      </p:sp>
      <p:pic>
        <p:nvPicPr>
          <p:cNvPr id="11" name="Imagen 10">
            <a:extLst>
              <a:ext uri="{FF2B5EF4-FFF2-40B4-BE49-F238E27FC236}">
                <a16:creationId xmlns:a16="http://schemas.microsoft.com/office/drawing/2014/main" id="{D83B0535-8A90-D31A-834A-9EED9153F00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578256" y="1219253"/>
            <a:ext cx="2035799" cy="1570296"/>
          </a:xfrm>
          <a:prstGeom prst="rect">
            <a:avLst/>
          </a:prstGeom>
        </p:spPr>
      </p:pic>
    </p:spTree>
    <p:extLst>
      <p:ext uri="{BB962C8B-B14F-4D97-AF65-F5344CB8AC3E}">
        <p14:creationId xmlns:p14="http://schemas.microsoft.com/office/powerpoint/2010/main" val="41232254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seño personaliza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05CF8E8-1F55-B907-7842-FD0A51362E45}"/>
              </a:ext>
            </a:extLst>
          </p:cNvPr>
          <p:cNvSpPr>
            <a:spLocks noGrp="1"/>
          </p:cNvSpPr>
          <p:nvPr>
            <p:ph type="title"/>
          </p:nvPr>
        </p:nvSpPr>
        <p:spPr>
          <a:xfrm>
            <a:off x="838200" y="365125"/>
            <a:ext cx="10515600" cy="1325563"/>
          </a:xfrm>
          <a:prstGeom prst="rect">
            <a:avLst/>
          </a:prstGeom>
        </p:spPr>
        <p:txBody>
          <a:bodyPr/>
          <a:lstStyle/>
          <a:p>
            <a:r>
              <a:rPr lang="es-ES"/>
              <a:t>Haga clic para modificar el estilo de título del patrón</a:t>
            </a:r>
            <a:endParaRPr lang="es-CL"/>
          </a:p>
        </p:txBody>
      </p:sp>
    </p:spTree>
    <p:extLst>
      <p:ext uri="{BB962C8B-B14F-4D97-AF65-F5344CB8AC3E}">
        <p14:creationId xmlns:p14="http://schemas.microsoft.com/office/powerpoint/2010/main" val="6308156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Diseño personaliza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3681E19-59DB-7465-C83A-B615299F1A2E}"/>
              </a:ext>
            </a:extLst>
          </p:cNvPr>
          <p:cNvSpPr>
            <a:spLocks noGrp="1"/>
          </p:cNvSpPr>
          <p:nvPr>
            <p:ph type="title"/>
          </p:nvPr>
        </p:nvSpPr>
        <p:spPr>
          <a:xfrm>
            <a:off x="838200" y="365125"/>
            <a:ext cx="10515600" cy="1325563"/>
          </a:xfrm>
          <a:prstGeom prst="rect">
            <a:avLst/>
          </a:prstGeom>
        </p:spPr>
        <p:txBody>
          <a:bodyPr/>
          <a:lstStyle/>
          <a:p>
            <a:r>
              <a:rPr lang="es-ES"/>
              <a:t>Haga clic para modificar el estilo de título del patrón</a:t>
            </a:r>
            <a:endParaRPr lang="es-CL"/>
          </a:p>
        </p:txBody>
      </p:sp>
    </p:spTree>
    <p:extLst>
      <p:ext uri="{BB962C8B-B14F-4D97-AF65-F5344CB8AC3E}">
        <p14:creationId xmlns:p14="http://schemas.microsoft.com/office/powerpoint/2010/main" val="21598914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IDO 1">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F4FBA8DA-66F2-32F2-EC30-15EC5B6EE205}"/>
              </a:ext>
            </a:extLst>
          </p:cNvPr>
          <p:cNvSpPr/>
          <p:nvPr userDrawn="1"/>
        </p:nvSpPr>
        <p:spPr>
          <a:xfrm>
            <a:off x="-1" y="249380"/>
            <a:ext cx="10169237" cy="803564"/>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solidFill>
                <a:srgbClr val="3D3935"/>
              </a:solidFill>
            </a:endParaRPr>
          </a:p>
        </p:txBody>
      </p:sp>
      <p:pic>
        <p:nvPicPr>
          <p:cNvPr id="3" name="Imagen 2">
            <a:extLst>
              <a:ext uri="{FF2B5EF4-FFF2-40B4-BE49-F238E27FC236}">
                <a16:creationId xmlns:a16="http://schemas.microsoft.com/office/drawing/2014/main" id="{457E3D4C-296A-DFCA-3978-C765FD97C05C}"/>
              </a:ext>
            </a:extLst>
          </p:cNvPr>
          <p:cNvPicPr>
            <a:picLocks noChangeAspect="1"/>
          </p:cNvPicPr>
          <p:nvPr userDrawn="1"/>
        </p:nvPicPr>
        <p:blipFill>
          <a:blip r:embed="rId2"/>
          <a:stretch>
            <a:fillRect/>
          </a:stretch>
        </p:blipFill>
        <p:spPr>
          <a:xfrm>
            <a:off x="390854" y="0"/>
            <a:ext cx="647700" cy="990600"/>
          </a:xfrm>
          <a:prstGeom prst="rect">
            <a:avLst/>
          </a:prstGeom>
        </p:spPr>
      </p:pic>
      <p:sp>
        <p:nvSpPr>
          <p:cNvPr id="9" name="Marcador de texto 8">
            <a:extLst>
              <a:ext uri="{FF2B5EF4-FFF2-40B4-BE49-F238E27FC236}">
                <a16:creationId xmlns:a16="http://schemas.microsoft.com/office/drawing/2014/main" id="{4FDDE869-9ACD-23F9-D39F-026B2B7D2A3A}"/>
              </a:ext>
            </a:extLst>
          </p:cNvPr>
          <p:cNvSpPr>
            <a:spLocks noGrp="1"/>
          </p:cNvSpPr>
          <p:nvPr>
            <p:ph type="body" sz="quarter" idx="10" hasCustomPrompt="1"/>
          </p:nvPr>
        </p:nvSpPr>
        <p:spPr>
          <a:xfrm>
            <a:off x="1429410" y="318649"/>
            <a:ext cx="3814430" cy="651165"/>
          </a:xfrm>
          <a:prstGeom prst="rect">
            <a:avLst/>
          </a:prstGeom>
        </p:spPr>
        <p:txBody>
          <a:bodyPr/>
          <a:lstStyle>
            <a:lvl1pPr marL="0" indent="0">
              <a:buNone/>
              <a:defRPr sz="4000" b="1" i="0">
                <a:latin typeface="Barlow Condensed SemiBold" pitchFamily="2" charset="77"/>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s-CL"/>
              <a:t>Título Diapositiva  |</a:t>
            </a:r>
          </a:p>
        </p:txBody>
      </p:sp>
      <p:sp>
        <p:nvSpPr>
          <p:cNvPr id="13" name="Marcador de texto 12">
            <a:extLst>
              <a:ext uri="{FF2B5EF4-FFF2-40B4-BE49-F238E27FC236}">
                <a16:creationId xmlns:a16="http://schemas.microsoft.com/office/drawing/2014/main" id="{4DDFCA2B-C8AA-5DCB-3270-40C5CD6D7ECD}"/>
              </a:ext>
            </a:extLst>
          </p:cNvPr>
          <p:cNvSpPr>
            <a:spLocks noGrp="1"/>
          </p:cNvSpPr>
          <p:nvPr>
            <p:ph type="body" sz="quarter" idx="11" hasCustomPrompt="1"/>
          </p:nvPr>
        </p:nvSpPr>
        <p:spPr>
          <a:xfrm>
            <a:off x="5084618" y="319083"/>
            <a:ext cx="4856057" cy="699227"/>
          </a:xfrm>
          <a:prstGeom prst="rect">
            <a:avLst/>
          </a:prstGeom>
        </p:spPr>
        <p:txBody>
          <a:bodyPr anchor="ctr"/>
          <a:lstStyle>
            <a:lvl1pPr marL="0" indent="0">
              <a:buNone/>
              <a:defRPr sz="2400" b="0" i="0">
                <a:solidFill>
                  <a:srgbClr val="3D3935"/>
                </a:solidFill>
                <a:latin typeface="Barlow Condensed Medium" pitchFamily="2" charset="77"/>
              </a:defRPr>
            </a:lvl1pPr>
          </a:lstStyle>
          <a:p>
            <a:pPr lvl="0"/>
            <a:r>
              <a:rPr lang="es-MX"/>
              <a:t>Subtítulo</a:t>
            </a:r>
            <a:endParaRPr lang="es-CL"/>
          </a:p>
        </p:txBody>
      </p:sp>
      <p:pic>
        <p:nvPicPr>
          <p:cNvPr id="15" name="Imagen 14">
            <a:extLst>
              <a:ext uri="{FF2B5EF4-FFF2-40B4-BE49-F238E27FC236}">
                <a16:creationId xmlns:a16="http://schemas.microsoft.com/office/drawing/2014/main" id="{7FF15D88-F984-17E4-15AE-2BD100E17D94}"/>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390854" y="6303818"/>
            <a:ext cx="3828229" cy="172754"/>
          </a:xfrm>
          <a:prstGeom prst="rect">
            <a:avLst/>
          </a:prstGeom>
        </p:spPr>
      </p:pic>
      <p:sp>
        <p:nvSpPr>
          <p:cNvPr id="19" name="Marcador de texto 18">
            <a:extLst>
              <a:ext uri="{FF2B5EF4-FFF2-40B4-BE49-F238E27FC236}">
                <a16:creationId xmlns:a16="http://schemas.microsoft.com/office/drawing/2014/main" id="{B0B306DE-2B00-A026-2918-6A70A68504EC}"/>
              </a:ext>
            </a:extLst>
          </p:cNvPr>
          <p:cNvSpPr>
            <a:spLocks noGrp="1"/>
          </p:cNvSpPr>
          <p:nvPr>
            <p:ph type="body" sz="quarter" idx="12" hasCustomPrompt="1"/>
          </p:nvPr>
        </p:nvSpPr>
        <p:spPr>
          <a:xfrm>
            <a:off x="8506691" y="1745385"/>
            <a:ext cx="3131815" cy="4281342"/>
          </a:xfrm>
          <a:prstGeom prst="rect">
            <a:avLst/>
          </a:prstGeom>
        </p:spPr>
        <p:txBody>
          <a:bodyPr/>
          <a:lstStyle>
            <a:lvl1pPr marL="0" indent="0" algn="just">
              <a:lnSpc>
                <a:spcPct val="150000"/>
              </a:lnSpc>
              <a:buNone/>
              <a:defRPr sz="1400" b="0" i="0">
                <a:solidFill>
                  <a:schemeClr val="tx1">
                    <a:lumMod val="65000"/>
                    <a:lumOff val="35000"/>
                  </a:schemeClr>
                </a:solidFill>
                <a:latin typeface="Montserrat" pitchFamily="2" charset="77"/>
              </a:defRPr>
            </a:lvl1pPr>
          </a:lstStyle>
          <a:p>
            <a:pPr lvl="0"/>
            <a:r>
              <a:rPr lang="es-MX"/>
              <a:t>Lorem ipsum dolor sit amet, consectetur adipiscing elit. Duis egestas posuere mi. Cras ac ligula mi. Vestibulum eu tellus sed felis pretium ultricies vel vitae erat. Aliquam vel ex mi. Nunc ut ornare diam, pulvinar vulputate lectus. Aenean est dolor, finibus id nisi at, suscipit fermentum purus. Curabitur ultrices orci a massa pharetra iaculis. Etiam non augue efficitur.</a:t>
            </a:r>
          </a:p>
        </p:txBody>
      </p:sp>
      <p:sp>
        <p:nvSpPr>
          <p:cNvPr id="21" name="Marcador de texto 20">
            <a:extLst>
              <a:ext uri="{FF2B5EF4-FFF2-40B4-BE49-F238E27FC236}">
                <a16:creationId xmlns:a16="http://schemas.microsoft.com/office/drawing/2014/main" id="{E2ABD526-70E1-5F50-81E8-B8B51106BEB9}"/>
              </a:ext>
            </a:extLst>
          </p:cNvPr>
          <p:cNvSpPr>
            <a:spLocks noGrp="1"/>
          </p:cNvSpPr>
          <p:nvPr>
            <p:ph type="body" sz="quarter" idx="13" hasCustomPrompt="1"/>
          </p:nvPr>
        </p:nvSpPr>
        <p:spPr>
          <a:xfrm>
            <a:off x="5210831" y="1745385"/>
            <a:ext cx="2771775" cy="1898360"/>
          </a:xfrm>
          <a:prstGeom prst="rect">
            <a:avLst/>
          </a:prstGeom>
        </p:spPr>
        <p:txBody>
          <a:bodyPr/>
          <a:lstStyle>
            <a:lvl1pPr marL="0" indent="0">
              <a:buNone/>
              <a:defRPr sz="3200" b="1" i="1">
                <a:solidFill>
                  <a:schemeClr val="tx1">
                    <a:lumMod val="65000"/>
                    <a:lumOff val="35000"/>
                  </a:schemeClr>
                </a:solidFill>
                <a:latin typeface="Barlow Condensed SemiBold" pitchFamily="2" charset="77"/>
              </a:defRPr>
            </a:lvl1pPr>
          </a:lstStyle>
          <a:p>
            <a:pPr lvl="0"/>
            <a:r>
              <a:rPr lang="es-MX"/>
              <a:t>Lorem ipsum dolor sit amet, consectetur.</a:t>
            </a:r>
            <a:endParaRPr lang="es-CL"/>
          </a:p>
        </p:txBody>
      </p:sp>
      <p:pic>
        <p:nvPicPr>
          <p:cNvPr id="2" name="Imagen 1">
            <a:extLst>
              <a:ext uri="{FF2B5EF4-FFF2-40B4-BE49-F238E27FC236}">
                <a16:creationId xmlns:a16="http://schemas.microsoft.com/office/drawing/2014/main" id="{AAB85C36-3338-415A-8CBE-C17D213AD4CD}"/>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0574770" y="211267"/>
            <a:ext cx="1075765" cy="870858"/>
          </a:xfrm>
          <a:prstGeom prst="rect">
            <a:avLst/>
          </a:prstGeom>
        </p:spPr>
      </p:pic>
    </p:spTree>
    <p:extLst>
      <p:ext uri="{BB962C8B-B14F-4D97-AF65-F5344CB8AC3E}">
        <p14:creationId xmlns:p14="http://schemas.microsoft.com/office/powerpoint/2010/main" val="25927154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IDO-estudiantes">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F4FBA8DA-66F2-32F2-EC30-15EC5B6EE205}"/>
              </a:ext>
            </a:extLst>
          </p:cNvPr>
          <p:cNvSpPr/>
          <p:nvPr userDrawn="1"/>
        </p:nvSpPr>
        <p:spPr>
          <a:xfrm>
            <a:off x="-1" y="249380"/>
            <a:ext cx="10169237" cy="803564"/>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solidFill>
                <a:srgbClr val="3D3935"/>
              </a:solidFill>
            </a:endParaRPr>
          </a:p>
        </p:txBody>
      </p:sp>
      <p:pic>
        <p:nvPicPr>
          <p:cNvPr id="3" name="Imagen 2">
            <a:extLst>
              <a:ext uri="{FF2B5EF4-FFF2-40B4-BE49-F238E27FC236}">
                <a16:creationId xmlns:a16="http://schemas.microsoft.com/office/drawing/2014/main" id="{457E3D4C-296A-DFCA-3978-C765FD97C05C}"/>
              </a:ext>
            </a:extLst>
          </p:cNvPr>
          <p:cNvPicPr>
            <a:picLocks noChangeAspect="1"/>
          </p:cNvPicPr>
          <p:nvPr userDrawn="1"/>
        </p:nvPicPr>
        <p:blipFill>
          <a:blip r:embed="rId2"/>
          <a:stretch>
            <a:fillRect/>
          </a:stretch>
        </p:blipFill>
        <p:spPr>
          <a:xfrm>
            <a:off x="390854" y="0"/>
            <a:ext cx="647700" cy="990600"/>
          </a:xfrm>
          <a:prstGeom prst="rect">
            <a:avLst/>
          </a:prstGeom>
        </p:spPr>
      </p:pic>
      <p:sp>
        <p:nvSpPr>
          <p:cNvPr id="9" name="Marcador de texto 8">
            <a:extLst>
              <a:ext uri="{FF2B5EF4-FFF2-40B4-BE49-F238E27FC236}">
                <a16:creationId xmlns:a16="http://schemas.microsoft.com/office/drawing/2014/main" id="{4FDDE869-9ACD-23F9-D39F-026B2B7D2A3A}"/>
              </a:ext>
            </a:extLst>
          </p:cNvPr>
          <p:cNvSpPr>
            <a:spLocks noGrp="1"/>
          </p:cNvSpPr>
          <p:nvPr>
            <p:ph type="body" sz="quarter" idx="10" hasCustomPrompt="1"/>
          </p:nvPr>
        </p:nvSpPr>
        <p:spPr>
          <a:xfrm>
            <a:off x="1429410" y="318649"/>
            <a:ext cx="3814430" cy="651165"/>
          </a:xfrm>
          <a:prstGeom prst="rect">
            <a:avLst/>
          </a:prstGeom>
        </p:spPr>
        <p:txBody>
          <a:bodyPr/>
          <a:lstStyle>
            <a:lvl1pPr marL="0" indent="0">
              <a:buNone/>
              <a:defRPr sz="4000" b="1" i="0">
                <a:latin typeface="Barlow Condensed SemiBold" pitchFamily="2" charset="77"/>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s-CL"/>
              <a:t>Título Diapositiva  |</a:t>
            </a:r>
          </a:p>
        </p:txBody>
      </p:sp>
      <p:sp>
        <p:nvSpPr>
          <p:cNvPr id="13" name="Marcador de texto 12">
            <a:extLst>
              <a:ext uri="{FF2B5EF4-FFF2-40B4-BE49-F238E27FC236}">
                <a16:creationId xmlns:a16="http://schemas.microsoft.com/office/drawing/2014/main" id="{4DDFCA2B-C8AA-5DCB-3270-40C5CD6D7ECD}"/>
              </a:ext>
            </a:extLst>
          </p:cNvPr>
          <p:cNvSpPr>
            <a:spLocks noGrp="1"/>
          </p:cNvSpPr>
          <p:nvPr>
            <p:ph type="body" sz="quarter" idx="11" hasCustomPrompt="1"/>
          </p:nvPr>
        </p:nvSpPr>
        <p:spPr>
          <a:xfrm>
            <a:off x="5084618" y="319083"/>
            <a:ext cx="4856057" cy="699227"/>
          </a:xfrm>
          <a:prstGeom prst="rect">
            <a:avLst/>
          </a:prstGeom>
        </p:spPr>
        <p:txBody>
          <a:bodyPr anchor="ctr"/>
          <a:lstStyle>
            <a:lvl1pPr marL="0" indent="0">
              <a:buNone/>
              <a:defRPr sz="2400" b="0" i="0">
                <a:solidFill>
                  <a:srgbClr val="3D3935"/>
                </a:solidFill>
                <a:latin typeface="Barlow Condensed Medium" pitchFamily="2" charset="77"/>
              </a:defRPr>
            </a:lvl1pPr>
          </a:lstStyle>
          <a:p>
            <a:pPr lvl="0"/>
            <a:r>
              <a:rPr lang="es-MX"/>
              <a:t>Subtítulo</a:t>
            </a:r>
            <a:endParaRPr lang="es-CL"/>
          </a:p>
        </p:txBody>
      </p:sp>
      <p:pic>
        <p:nvPicPr>
          <p:cNvPr id="15" name="Imagen 14">
            <a:extLst>
              <a:ext uri="{FF2B5EF4-FFF2-40B4-BE49-F238E27FC236}">
                <a16:creationId xmlns:a16="http://schemas.microsoft.com/office/drawing/2014/main" id="{7FF15D88-F984-17E4-15AE-2BD100E17D94}"/>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390854" y="6303818"/>
            <a:ext cx="3828229" cy="172754"/>
          </a:xfrm>
          <a:prstGeom prst="rect">
            <a:avLst/>
          </a:prstGeom>
        </p:spPr>
      </p:pic>
      <p:sp>
        <p:nvSpPr>
          <p:cNvPr id="19" name="Marcador de texto 18">
            <a:extLst>
              <a:ext uri="{FF2B5EF4-FFF2-40B4-BE49-F238E27FC236}">
                <a16:creationId xmlns:a16="http://schemas.microsoft.com/office/drawing/2014/main" id="{B0B306DE-2B00-A026-2918-6A70A68504EC}"/>
              </a:ext>
            </a:extLst>
          </p:cNvPr>
          <p:cNvSpPr>
            <a:spLocks noGrp="1"/>
          </p:cNvSpPr>
          <p:nvPr>
            <p:ph type="body" sz="quarter" idx="12" hasCustomPrompt="1"/>
          </p:nvPr>
        </p:nvSpPr>
        <p:spPr>
          <a:xfrm>
            <a:off x="8506691" y="1745385"/>
            <a:ext cx="3131815" cy="4281342"/>
          </a:xfrm>
          <a:prstGeom prst="rect">
            <a:avLst/>
          </a:prstGeom>
        </p:spPr>
        <p:txBody>
          <a:bodyPr/>
          <a:lstStyle>
            <a:lvl1pPr marL="0" indent="0" algn="just">
              <a:lnSpc>
                <a:spcPct val="150000"/>
              </a:lnSpc>
              <a:buNone/>
              <a:defRPr sz="1400" b="0" i="0">
                <a:solidFill>
                  <a:schemeClr val="tx1">
                    <a:lumMod val="65000"/>
                    <a:lumOff val="35000"/>
                  </a:schemeClr>
                </a:solidFill>
                <a:latin typeface="Montserrat" pitchFamily="2" charset="77"/>
              </a:defRPr>
            </a:lvl1pPr>
          </a:lstStyle>
          <a:p>
            <a:pPr lvl="0"/>
            <a:r>
              <a:rPr lang="es-MX"/>
              <a:t>Lorem ipsum dolor sit amet, consectetur adipiscing elit. Duis egestas posuere mi. Cras ac ligula mi. Vestibulum eu tellus sed felis pretium ultricies vel vitae erat. Aliquam vel ex mi. Nunc ut ornare diam, pulvinar vulputate lectus. Aenean est dolor, finibus id nisi at, suscipit fermentum purus. Curabitur ultrices orci a massa pharetra iaculis. Etiam non augue efficitur.</a:t>
            </a:r>
          </a:p>
        </p:txBody>
      </p:sp>
      <p:sp>
        <p:nvSpPr>
          <p:cNvPr id="21" name="Marcador de texto 20">
            <a:extLst>
              <a:ext uri="{FF2B5EF4-FFF2-40B4-BE49-F238E27FC236}">
                <a16:creationId xmlns:a16="http://schemas.microsoft.com/office/drawing/2014/main" id="{E2ABD526-70E1-5F50-81E8-B8B51106BEB9}"/>
              </a:ext>
            </a:extLst>
          </p:cNvPr>
          <p:cNvSpPr>
            <a:spLocks noGrp="1"/>
          </p:cNvSpPr>
          <p:nvPr>
            <p:ph type="body" sz="quarter" idx="13" hasCustomPrompt="1"/>
          </p:nvPr>
        </p:nvSpPr>
        <p:spPr>
          <a:xfrm>
            <a:off x="5210831" y="1745385"/>
            <a:ext cx="2771775" cy="1898360"/>
          </a:xfrm>
          <a:prstGeom prst="rect">
            <a:avLst/>
          </a:prstGeom>
        </p:spPr>
        <p:txBody>
          <a:bodyPr/>
          <a:lstStyle>
            <a:lvl1pPr marL="0" indent="0">
              <a:buNone/>
              <a:defRPr sz="3200" b="1" i="1">
                <a:solidFill>
                  <a:schemeClr val="tx1">
                    <a:lumMod val="65000"/>
                    <a:lumOff val="35000"/>
                  </a:schemeClr>
                </a:solidFill>
                <a:latin typeface="Barlow Condensed SemiBold" pitchFamily="2" charset="77"/>
              </a:defRPr>
            </a:lvl1pPr>
          </a:lstStyle>
          <a:p>
            <a:pPr lvl="0"/>
            <a:r>
              <a:rPr lang="es-MX"/>
              <a:t>Lorem ipsum dolor sit amet, consectetur.</a:t>
            </a:r>
            <a:endParaRPr lang="es-CL"/>
          </a:p>
        </p:txBody>
      </p:sp>
      <p:pic>
        <p:nvPicPr>
          <p:cNvPr id="2" name="Imagen 1">
            <a:extLst>
              <a:ext uri="{FF2B5EF4-FFF2-40B4-BE49-F238E27FC236}">
                <a16:creationId xmlns:a16="http://schemas.microsoft.com/office/drawing/2014/main" id="{AAB85C36-3338-415A-8CBE-C17D213AD4CD}"/>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0574770" y="211267"/>
            <a:ext cx="1075765" cy="870858"/>
          </a:xfrm>
          <a:prstGeom prst="rect">
            <a:avLst/>
          </a:prstGeom>
        </p:spPr>
      </p:pic>
      <p:pic>
        <p:nvPicPr>
          <p:cNvPr id="8" name="Imagen 7">
            <a:extLst>
              <a:ext uri="{FF2B5EF4-FFF2-40B4-BE49-F238E27FC236}">
                <a16:creationId xmlns:a16="http://schemas.microsoft.com/office/drawing/2014/main" id="{19E53FFA-FC32-287C-0AE5-01EB6B3153D4}"/>
              </a:ext>
            </a:extLst>
          </p:cNvPr>
          <p:cNvPicPr>
            <a:picLocks noChangeAspect="1"/>
          </p:cNvPicPr>
          <p:nvPr userDrawn="1"/>
        </p:nvPicPr>
        <p:blipFill>
          <a:blip r:embed="rId5" cstate="screen">
            <a:extLst>
              <a:ext uri="{28A0092B-C50C-407E-A947-70E740481C1C}">
                <a14:useLocalDpi xmlns:a14="http://schemas.microsoft.com/office/drawing/2010/main"/>
              </a:ext>
            </a:extLst>
          </a:blip>
          <a:srcRect/>
          <a:stretch>
            <a:fillRect/>
          </a:stretch>
        </p:blipFill>
        <p:spPr>
          <a:xfrm>
            <a:off x="6268" y="1745385"/>
            <a:ext cx="4597400" cy="4281342"/>
          </a:xfrm>
          <a:prstGeom prst="rect">
            <a:avLst/>
          </a:prstGeom>
        </p:spPr>
      </p:pic>
    </p:spTree>
    <p:extLst>
      <p:ext uri="{BB962C8B-B14F-4D97-AF65-F5344CB8AC3E}">
        <p14:creationId xmlns:p14="http://schemas.microsoft.com/office/powerpoint/2010/main" val="1516895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IDO-nocturna">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F4FBA8DA-66F2-32F2-EC30-15EC5B6EE205}"/>
              </a:ext>
            </a:extLst>
          </p:cNvPr>
          <p:cNvSpPr/>
          <p:nvPr userDrawn="1"/>
        </p:nvSpPr>
        <p:spPr>
          <a:xfrm>
            <a:off x="-1" y="249380"/>
            <a:ext cx="10169237" cy="803564"/>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solidFill>
                <a:srgbClr val="3D3935"/>
              </a:solidFill>
            </a:endParaRPr>
          </a:p>
        </p:txBody>
      </p:sp>
      <p:pic>
        <p:nvPicPr>
          <p:cNvPr id="3" name="Imagen 2">
            <a:extLst>
              <a:ext uri="{FF2B5EF4-FFF2-40B4-BE49-F238E27FC236}">
                <a16:creationId xmlns:a16="http://schemas.microsoft.com/office/drawing/2014/main" id="{457E3D4C-296A-DFCA-3978-C765FD97C05C}"/>
              </a:ext>
            </a:extLst>
          </p:cNvPr>
          <p:cNvPicPr>
            <a:picLocks noChangeAspect="1"/>
          </p:cNvPicPr>
          <p:nvPr userDrawn="1"/>
        </p:nvPicPr>
        <p:blipFill>
          <a:blip r:embed="rId2"/>
          <a:stretch>
            <a:fillRect/>
          </a:stretch>
        </p:blipFill>
        <p:spPr>
          <a:xfrm>
            <a:off x="390854" y="0"/>
            <a:ext cx="647700" cy="990600"/>
          </a:xfrm>
          <a:prstGeom prst="rect">
            <a:avLst/>
          </a:prstGeom>
        </p:spPr>
      </p:pic>
      <p:sp>
        <p:nvSpPr>
          <p:cNvPr id="9" name="Marcador de texto 8">
            <a:extLst>
              <a:ext uri="{FF2B5EF4-FFF2-40B4-BE49-F238E27FC236}">
                <a16:creationId xmlns:a16="http://schemas.microsoft.com/office/drawing/2014/main" id="{4FDDE869-9ACD-23F9-D39F-026B2B7D2A3A}"/>
              </a:ext>
            </a:extLst>
          </p:cNvPr>
          <p:cNvSpPr>
            <a:spLocks noGrp="1"/>
          </p:cNvSpPr>
          <p:nvPr>
            <p:ph type="body" sz="quarter" idx="10" hasCustomPrompt="1"/>
          </p:nvPr>
        </p:nvSpPr>
        <p:spPr>
          <a:xfrm>
            <a:off x="1429410" y="318649"/>
            <a:ext cx="3814430" cy="651165"/>
          </a:xfrm>
          <a:prstGeom prst="rect">
            <a:avLst/>
          </a:prstGeom>
        </p:spPr>
        <p:txBody>
          <a:bodyPr/>
          <a:lstStyle>
            <a:lvl1pPr marL="0" indent="0">
              <a:buNone/>
              <a:defRPr sz="4000" b="1" i="0">
                <a:latin typeface="Barlow Condensed SemiBold" pitchFamily="2" charset="77"/>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s-CL"/>
              <a:t>Título Diapositiva  |</a:t>
            </a:r>
          </a:p>
        </p:txBody>
      </p:sp>
      <p:sp>
        <p:nvSpPr>
          <p:cNvPr id="13" name="Marcador de texto 12">
            <a:extLst>
              <a:ext uri="{FF2B5EF4-FFF2-40B4-BE49-F238E27FC236}">
                <a16:creationId xmlns:a16="http://schemas.microsoft.com/office/drawing/2014/main" id="{4DDFCA2B-C8AA-5DCB-3270-40C5CD6D7ECD}"/>
              </a:ext>
            </a:extLst>
          </p:cNvPr>
          <p:cNvSpPr>
            <a:spLocks noGrp="1"/>
          </p:cNvSpPr>
          <p:nvPr>
            <p:ph type="body" sz="quarter" idx="11" hasCustomPrompt="1"/>
          </p:nvPr>
        </p:nvSpPr>
        <p:spPr>
          <a:xfrm>
            <a:off x="5084618" y="319083"/>
            <a:ext cx="4856057" cy="699227"/>
          </a:xfrm>
          <a:prstGeom prst="rect">
            <a:avLst/>
          </a:prstGeom>
        </p:spPr>
        <p:txBody>
          <a:bodyPr anchor="ctr"/>
          <a:lstStyle>
            <a:lvl1pPr marL="0" indent="0">
              <a:buNone/>
              <a:defRPr sz="2400" b="0" i="0">
                <a:solidFill>
                  <a:srgbClr val="3D3935"/>
                </a:solidFill>
                <a:latin typeface="Barlow Condensed Medium" pitchFamily="2" charset="77"/>
              </a:defRPr>
            </a:lvl1pPr>
          </a:lstStyle>
          <a:p>
            <a:pPr lvl="0"/>
            <a:r>
              <a:rPr lang="es-MX"/>
              <a:t>Subtítulo</a:t>
            </a:r>
            <a:endParaRPr lang="es-CL"/>
          </a:p>
        </p:txBody>
      </p:sp>
      <p:pic>
        <p:nvPicPr>
          <p:cNvPr id="15" name="Imagen 14">
            <a:extLst>
              <a:ext uri="{FF2B5EF4-FFF2-40B4-BE49-F238E27FC236}">
                <a16:creationId xmlns:a16="http://schemas.microsoft.com/office/drawing/2014/main" id="{7FF15D88-F984-17E4-15AE-2BD100E17D94}"/>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390854" y="6303818"/>
            <a:ext cx="3828229" cy="172754"/>
          </a:xfrm>
          <a:prstGeom prst="rect">
            <a:avLst/>
          </a:prstGeom>
        </p:spPr>
      </p:pic>
      <p:sp>
        <p:nvSpPr>
          <p:cNvPr id="19" name="Marcador de texto 18">
            <a:extLst>
              <a:ext uri="{FF2B5EF4-FFF2-40B4-BE49-F238E27FC236}">
                <a16:creationId xmlns:a16="http://schemas.microsoft.com/office/drawing/2014/main" id="{B0B306DE-2B00-A026-2918-6A70A68504EC}"/>
              </a:ext>
            </a:extLst>
          </p:cNvPr>
          <p:cNvSpPr>
            <a:spLocks noGrp="1"/>
          </p:cNvSpPr>
          <p:nvPr>
            <p:ph type="body" sz="quarter" idx="12" hasCustomPrompt="1"/>
          </p:nvPr>
        </p:nvSpPr>
        <p:spPr>
          <a:xfrm>
            <a:off x="8506691" y="1745385"/>
            <a:ext cx="3131815" cy="4281342"/>
          </a:xfrm>
          <a:prstGeom prst="rect">
            <a:avLst/>
          </a:prstGeom>
        </p:spPr>
        <p:txBody>
          <a:bodyPr/>
          <a:lstStyle>
            <a:lvl1pPr marL="0" indent="0" algn="just">
              <a:lnSpc>
                <a:spcPct val="150000"/>
              </a:lnSpc>
              <a:buNone/>
              <a:defRPr sz="1400" b="0" i="0">
                <a:solidFill>
                  <a:schemeClr val="tx1">
                    <a:lumMod val="65000"/>
                    <a:lumOff val="35000"/>
                  </a:schemeClr>
                </a:solidFill>
                <a:latin typeface="Montserrat" pitchFamily="2" charset="77"/>
              </a:defRPr>
            </a:lvl1pPr>
          </a:lstStyle>
          <a:p>
            <a:pPr lvl="0"/>
            <a:r>
              <a:rPr lang="es-MX"/>
              <a:t>Lorem ipsum dolor sit amet, consectetur adipiscing elit. Duis egestas posuere mi. Cras ac ligula mi. Vestibulum eu tellus sed felis pretium ultricies vel vitae erat. Aliquam vel ex mi. Nunc ut ornare diam, pulvinar vulputate lectus. Aenean est dolor, finibus id nisi at, suscipit fermentum purus. Curabitur ultrices orci a massa pharetra iaculis. Etiam non augue efficitur.</a:t>
            </a:r>
          </a:p>
        </p:txBody>
      </p:sp>
      <p:sp>
        <p:nvSpPr>
          <p:cNvPr id="21" name="Marcador de texto 20">
            <a:extLst>
              <a:ext uri="{FF2B5EF4-FFF2-40B4-BE49-F238E27FC236}">
                <a16:creationId xmlns:a16="http://schemas.microsoft.com/office/drawing/2014/main" id="{E2ABD526-70E1-5F50-81E8-B8B51106BEB9}"/>
              </a:ext>
            </a:extLst>
          </p:cNvPr>
          <p:cNvSpPr>
            <a:spLocks noGrp="1"/>
          </p:cNvSpPr>
          <p:nvPr>
            <p:ph type="body" sz="quarter" idx="13" hasCustomPrompt="1"/>
          </p:nvPr>
        </p:nvSpPr>
        <p:spPr>
          <a:xfrm>
            <a:off x="5210831" y="1745385"/>
            <a:ext cx="2771775" cy="1898360"/>
          </a:xfrm>
          <a:prstGeom prst="rect">
            <a:avLst/>
          </a:prstGeom>
        </p:spPr>
        <p:txBody>
          <a:bodyPr/>
          <a:lstStyle>
            <a:lvl1pPr marL="0" indent="0">
              <a:buNone/>
              <a:defRPr sz="3200" b="1" i="1">
                <a:solidFill>
                  <a:schemeClr val="tx1">
                    <a:lumMod val="65000"/>
                    <a:lumOff val="35000"/>
                  </a:schemeClr>
                </a:solidFill>
                <a:latin typeface="Barlow Condensed SemiBold" pitchFamily="2" charset="77"/>
              </a:defRPr>
            </a:lvl1pPr>
          </a:lstStyle>
          <a:p>
            <a:pPr lvl="0"/>
            <a:r>
              <a:rPr lang="es-MX"/>
              <a:t>Lorem ipsum dolor sit amet, consectetur.</a:t>
            </a:r>
            <a:endParaRPr lang="es-CL"/>
          </a:p>
        </p:txBody>
      </p:sp>
      <p:pic>
        <p:nvPicPr>
          <p:cNvPr id="2" name="Imagen 1">
            <a:extLst>
              <a:ext uri="{FF2B5EF4-FFF2-40B4-BE49-F238E27FC236}">
                <a16:creationId xmlns:a16="http://schemas.microsoft.com/office/drawing/2014/main" id="{AAB85C36-3338-415A-8CBE-C17D213AD4CD}"/>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0574770" y="211267"/>
            <a:ext cx="1075765" cy="870858"/>
          </a:xfrm>
          <a:prstGeom prst="rect">
            <a:avLst/>
          </a:prstGeom>
        </p:spPr>
      </p:pic>
      <p:pic>
        <p:nvPicPr>
          <p:cNvPr id="7" name="Imagen 6">
            <a:extLst>
              <a:ext uri="{FF2B5EF4-FFF2-40B4-BE49-F238E27FC236}">
                <a16:creationId xmlns:a16="http://schemas.microsoft.com/office/drawing/2014/main" id="{25A4BF46-7B41-E59E-A1C0-8E42B6A4AC82}"/>
              </a:ext>
            </a:extLst>
          </p:cNvPr>
          <p:cNvPicPr>
            <a:picLocks noChangeAspect="1"/>
          </p:cNvPicPr>
          <p:nvPr userDrawn="1"/>
        </p:nvPicPr>
        <p:blipFill>
          <a:blip r:embed="rId5" cstate="screen">
            <a:extLst>
              <a:ext uri="{28A0092B-C50C-407E-A947-70E740481C1C}">
                <a14:useLocalDpi xmlns:a14="http://schemas.microsoft.com/office/drawing/2010/main"/>
              </a:ext>
            </a:extLst>
          </a:blip>
          <a:srcRect/>
          <a:stretch>
            <a:fillRect/>
          </a:stretch>
        </p:blipFill>
        <p:spPr>
          <a:xfrm>
            <a:off x="-1" y="1745386"/>
            <a:ext cx="4597401" cy="4281342"/>
          </a:xfrm>
          <a:prstGeom prst="rect">
            <a:avLst/>
          </a:prstGeom>
          <a:blipFill>
            <a:blip r:embed="rId6" cstate="screen">
              <a:extLst>
                <a:ext uri="{28A0092B-C50C-407E-A947-70E740481C1C}">
                  <a14:useLocalDpi xmlns:a14="http://schemas.microsoft.com/office/drawing/2010/main"/>
                </a:ext>
              </a:extLst>
            </a:blip>
            <a:stretch>
              <a:fillRect/>
            </a:stretch>
          </a:blipFill>
        </p:spPr>
      </p:pic>
      <p:pic>
        <p:nvPicPr>
          <p:cNvPr id="6" name="Imagen 5">
            <a:extLst>
              <a:ext uri="{FF2B5EF4-FFF2-40B4-BE49-F238E27FC236}">
                <a16:creationId xmlns:a16="http://schemas.microsoft.com/office/drawing/2014/main" id="{517A49B5-7FE7-87B6-0030-93CFD41A1136}"/>
              </a:ext>
            </a:extLst>
          </p:cNvPr>
          <p:cNvPicPr>
            <a:picLocks noChangeAspect="1"/>
          </p:cNvPicPr>
          <p:nvPr userDrawn="1"/>
        </p:nvPicPr>
        <p:blipFill>
          <a:blip r:embed="rId7" cstate="screen">
            <a:extLst>
              <a:ext uri="{28A0092B-C50C-407E-A947-70E740481C1C}">
                <a14:useLocalDpi xmlns:a14="http://schemas.microsoft.com/office/drawing/2010/main"/>
              </a:ext>
            </a:extLst>
          </a:blip>
          <a:srcRect/>
          <a:stretch>
            <a:fillRect/>
          </a:stretch>
        </p:blipFill>
        <p:spPr>
          <a:xfrm>
            <a:off x="-2" y="1745385"/>
            <a:ext cx="4597401" cy="4281342"/>
          </a:xfrm>
          <a:prstGeom prst="rect">
            <a:avLst/>
          </a:prstGeom>
        </p:spPr>
      </p:pic>
    </p:spTree>
    <p:extLst>
      <p:ext uri="{BB962C8B-B14F-4D97-AF65-F5344CB8AC3E}">
        <p14:creationId xmlns:p14="http://schemas.microsoft.com/office/powerpoint/2010/main" val="12750406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IDO 2">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4547C62B-5FB7-49C7-9A84-0B392105DEAE}"/>
              </a:ext>
            </a:extLst>
          </p:cNvPr>
          <p:cNvSpPr/>
          <p:nvPr userDrawn="1"/>
        </p:nvSpPr>
        <p:spPr>
          <a:xfrm>
            <a:off x="-1" y="0"/>
            <a:ext cx="3814430" cy="6858000"/>
          </a:xfrm>
          <a:prstGeom prst="rect">
            <a:avLst/>
          </a:prstGeom>
          <a:solidFill>
            <a:srgbClr val="E1251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4" name="Rectángulo 3">
            <a:extLst>
              <a:ext uri="{FF2B5EF4-FFF2-40B4-BE49-F238E27FC236}">
                <a16:creationId xmlns:a16="http://schemas.microsoft.com/office/drawing/2014/main" id="{F4FBA8DA-66F2-32F2-EC30-15EC5B6EE205}"/>
              </a:ext>
            </a:extLst>
          </p:cNvPr>
          <p:cNvSpPr/>
          <p:nvPr userDrawn="1"/>
        </p:nvSpPr>
        <p:spPr>
          <a:xfrm>
            <a:off x="-1" y="249380"/>
            <a:ext cx="10169237" cy="803564"/>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pic>
        <p:nvPicPr>
          <p:cNvPr id="3" name="Imagen 2">
            <a:extLst>
              <a:ext uri="{FF2B5EF4-FFF2-40B4-BE49-F238E27FC236}">
                <a16:creationId xmlns:a16="http://schemas.microsoft.com/office/drawing/2014/main" id="{457E3D4C-296A-DFCA-3978-C765FD97C05C}"/>
              </a:ext>
            </a:extLst>
          </p:cNvPr>
          <p:cNvPicPr>
            <a:picLocks noChangeAspect="1"/>
          </p:cNvPicPr>
          <p:nvPr userDrawn="1"/>
        </p:nvPicPr>
        <p:blipFill>
          <a:blip r:embed="rId2"/>
          <a:stretch>
            <a:fillRect/>
          </a:stretch>
        </p:blipFill>
        <p:spPr>
          <a:xfrm>
            <a:off x="390854" y="0"/>
            <a:ext cx="647700" cy="990600"/>
          </a:xfrm>
          <a:prstGeom prst="rect">
            <a:avLst/>
          </a:prstGeom>
        </p:spPr>
      </p:pic>
      <p:sp>
        <p:nvSpPr>
          <p:cNvPr id="9" name="Marcador de texto 8">
            <a:extLst>
              <a:ext uri="{FF2B5EF4-FFF2-40B4-BE49-F238E27FC236}">
                <a16:creationId xmlns:a16="http://schemas.microsoft.com/office/drawing/2014/main" id="{4FDDE869-9ACD-23F9-D39F-026B2B7D2A3A}"/>
              </a:ext>
            </a:extLst>
          </p:cNvPr>
          <p:cNvSpPr>
            <a:spLocks noGrp="1"/>
          </p:cNvSpPr>
          <p:nvPr>
            <p:ph type="body" sz="quarter" idx="10" hasCustomPrompt="1"/>
          </p:nvPr>
        </p:nvSpPr>
        <p:spPr>
          <a:xfrm>
            <a:off x="1429410" y="318649"/>
            <a:ext cx="3814430" cy="651165"/>
          </a:xfrm>
          <a:prstGeom prst="rect">
            <a:avLst/>
          </a:prstGeom>
        </p:spPr>
        <p:txBody>
          <a:bodyPr/>
          <a:lstStyle>
            <a:lvl1pPr marL="0" indent="0">
              <a:buNone/>
              <a:defRPr sz="4000" b="1" i="0">
                <a:solidFill>
                  <a:srgbClr val="3D3935"/>
                </a:solidFill>
                <a:latin typeface="Barlow Condensed SemiBold" pitchFamily="2" charset="77"/>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s-CL"/>
              <a:t>Título Diapositiva  |</a:t>
            </a:r>
          </a:p>
        </p:txBody>
      </p:sp>
      <p:sp>
        <p:nvSpPr>
          <p:cNvPr id="13" name="Marcador de texto 12">
            <a:extLst>
              <a:ext uri="{FF2B5EF4-FFF2-40B4-BE49-F238E27FC236}">
                <a16:creationId xmlns:a16="http://schemas.microsoft.com/office/drawing/2014/main" id="{4DDFCA2B-C8AA-5DCB-3270-40C5CD6D7ECD}"/>
              </a:ext>
            </a:extLst>
          </p:cNvPr>
          <p:cNvSpPr>
            <a:spLocks noGrp="1"/>
          </p:cNvSpPr>
          <p:nvPr>
            <p:ph type="body" sz="quarter" idx="11" hasCustomPrompt="1"/>
          </p:nvPr>
        </p:nvSpPr>
        <p:spPr>
          <a:xfrm>
            <a:off x="5084618" y="319083"/>
            <a:ext cx="4856057" cy="699227"/>
          </a:xfrm>
          <a:prstGeom prst="rect">
            <a:avLst/>
          </a:prstGeom>
        </p:spPr>
        <p:txBody>
          <a:bodyPr anchor="ctr"/>
          <a:lstStyle>
            <a:lvl1pPr marL="0" indent="0">
              <a:buNone/>
              <a:defRPr sz="2400" b="0" i="0">
                <a:solidFill>
                  <a:srgbClr val="3D3935"/>
                </a:solidFill>
                <a:latin typeface="Barlow Condensed Medium" pitchFamily="2" charset="77"/>
              </a:defRPr>
            </a:lvl1pPr>
          </a:lstStyle>
          <a:p>
            <a:pPr lvl="0"/>
            <a:r>
              <a:rPr lang="es-MX"/>
              <a:t>Subtítulo</a:t>
            </a:r>
            <a:endParaRPr lang="es-CL"/>
          </a:p>
        </p:txBody>
      </p:sp>
      <p:sp>
        <p:nvSpPr>
          <p:cNvPr id="19" name="Marcador de texto 18">
            <a:extLst>
              <a:ext uri="{FF2B5EF4-FFF2-40B4-BE49-F238E27FC236}">
                <a16:creationId xmlns:a16="http://schemas.microsoft.com/office/drawing/2014/main" id="{B0B306DE-2B00-A026-2918-6A70A68504EC}"/>
              </a:ext>
            </a:extLst>
          </p:cNvPr>
          <p:cNvSpPr>
            <a:spLocks noGrp="1"/>
          </p:cNvSpPr>
          <p:nvPr>
            <p:ph type="body" sz="quarter" idx="12" hasCustomPrompt="1"/>
          </p:nvPr>
        </p:nvSpPr>
        <p:spPr>
          <a:xfrm>
            <a:off x="4209820" y="2479820"/>
            <a:ext cx="3131815" cy="2734395"/>
          </a:xfrm>
          <a:prstGeom prst="rect">
            <a:avLst/>
          </a:prstGeom>
        </p:spPr>
        <p:txBody>
          <a:bodyPr/>
          <a:lstStyle>
            <a:lvl1pPr marL="0" indent="0" algn="just">
              <a:lnSpc>
                <a:spcPct val="150000"/>
              </a:lnSpc>
              <a:buNone/>
              <a:defRPr sz="1400" b="0" i="0">
                <a:solidFill>
                  <a:schemeClr val="tx1">
                    <a:lumMod val="65000"/>
                    <a:lumOff val="35000"/>
                  </a:schemeClr>
                </a:solidFill>
                <a:latin typeface="Montserrat" pitchFamily="2" charset="77"/>
              </a:defRPr>
            </a:lvl1pPr>
          </a:lstStyle>
          <a:p>
            <a:pPr lvl="0"/>
            <a:r>
              <a:rPr lang="es-MX"/>
              <a:t>Lorem ipsum dolor sit amet, consectetur adipiscing elit. Duis egestas posuere mi. Cras ac ligula mi. Vestibulum eu tellus sed felis pretium ultricies vel vitae erat. Aliquam vel ex mi. Nunc ut ornare diam, pulvinar.</a:t>
            </a:r>
          </a:p>
        </p:txBody>
      </p:sp>
      <p:sp>
        <p:nvSpPr>
          <p:cNvPr id="21" name="Marcador de texto 20">
            <a:extLst>
              <a:ext uri="{FF2B5EF4-FFF2-40B4-BE49-F238E27FC236}">
                <a16:creationId xmlns:a16="http://schemas.microsoft.com/office/drawing/2014/main" id="{E2ABD526-70E1-5F50-81E8-B8B51106BEB9}"/>
              </a:ext>
            </a:extLst>
          </p:cNvPr>
          <p:cNvSpPr>
            <a:spLocks noGrp="1"/>
          </p:cNvSpPr>
          <p:nvPr>
            <p:ph type="body" sz="quarter" idx="13" hasCustomPrompt="1"/>
          </p:nvPr>
        </p:nvSpPr>
        <p:spPr>
          <a:xfrm>
            <a:off x="714705" y="2479820"/>
            <a:ext cx="2521982" cy="1898360"/>
          </a:xfrm>
          <a:prstGeom prst="rect">
            <a:avLst/>
          </a:prstGeom>
        </p:spPr>
        <p:txBody>
          <a:bodyPr/>
          <a:lstStyle>
            <a:lvl1pPr marL="0" indent="0">
              <a:buNone/>
              <a:defRPr sz="3200" b="1" i="1">
                <a:solidFill>
                  <a:srgbClr val="3D3935"/>
                </a:solidFill>
                <a:latin typeface="Barlow Condensed SemiBold" pitchFamily="2" charset="77"/>
              </a:defRPr>
            </a:lvl1pPr>
          </a:lstStyle>
          <a:p>
            <a:pPr lvl="0"/>
            <a:r>
              <a:rPr lang="es-MX"/>
              <a:t>Lorem ipsum dolor sit amet, consectetur.</a:t>
            </a:r>
            <a:endParaRPr lang="es-CL"/>
          </a:p>
        </p:txBody>
      </p:sp>
      <p:pic>
        <p:nvPicPr>
          <p:cNvPr id="6" name="Imagen 5">
            <a:extLst>
              <a:ext uri="{FF2B5EF4-FFF2-40B4-BE49-F238E27FC236}">
                <a16:creationId xmlns:a16="http://schemas.microsoft.com/office/drawing/2014/main" id="{B2B74515-CFF7-9B99-CC23-FF2D3D1B8CE2}"/>
              </a:ext>
            </a:extLst>
          </p:cNvPr>
          <p:cNvPicPr>
            <a:picLocks noChangeAspect="1"/>
          </p:cNvPicPr>
          <p:nvPr userDrawn="1"/>
        </p:nvPicPr>
        <p:blipFill>
          <a:blip r:embed="rId3"/>
          <a:stretch>
            <a:fillRect/>
          </a:stretch>
        </p:blipFill>
        <p:spPr>
          <a:xfrm>
            <a:off x="390854" y="6278018"/>
            <a:ext cx="3934403" cy="177546"/>
          </a:xfrm>
          <a:prstGeom prst="rect">
            <a:avLst/>
          </a:prstGeom>
        </p:spPr>
      </p:pic>
      <p:pic>
        <p:nvPicPr>
          <p:cNvPr id="7" name="Imagen 6">
            <a:extLst>
              <a:ext uri="{FF2B5EF4-FFF2-40B4-BE49-F238E27FC236}">
                <a16:creationId xmlns:a16="http://schemas.microsoft.com/office/drawing/2014/main" id="{DC2F9AD6-33BA-B421-480D-21D036AD8E6D}"/>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0574770" y="211267"/>
            <a:ext cx="1075765" cy="870858"/>
          </a:xfrm>
          <a:prstGeom prst="rect">
            <a:avLst/>
          </a:prstGeom>
        </p:spPr>
      </p:pic>
    </p:spTree>
    <p:extLst>
      <p:ext uri="{BB962C8B-B14F-4D97-AF65-F5344CB8AC3E}">
        <p14:creationId xmlns:p14="http://schemas.microsoft.com/office/powerpoint/2010/main" val="16581997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CONTENIDO 2">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4547C62B-5FB7-49C7-9A84-0B392105DEAE}"/>
              </a:ext>
            </a:extLst>
          </p:cNvPr>
          <p:cNvSpPr/>
          <p:nvPr userDrawn="1"/>
        </p:nvSpPr>
        <p:spPr>
          <a:xfrm>
            <a:off x="-1" y="0"/>
            <a:ext cx="3814430" cy="685800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solidFill>
                <a:srgbClr val="3D3935"/>
              </a:solidFill>
            </a:endParaRPr>
          </a:p>
        </p:txBody>
      </p:sp>
      <p:sp>
        <p:nvSpPr>
          <p:cNvPr id="4" name="Rectángulo 3">
            <a:extLst>
              <a:ext uri="{FF2B5EF4-FFF2-40B4-BE49-F238E27FC236}">
                <a16:creationId xmlns:a16="http://schemas.microsoft.com/office/drawing/2014/main" id="{F4FBA8DA-66F2-32F2-EC30-15EC5B6EE205}"/>
              </a:ext>
            </a:extLst>
          </p:cNvPr>
          <p:cNvSpPr/>
          <p:nvPr userDrawn="1"/>
        </p:nvSpPr>
        <p:spPr>
          <a:xfrm>
            <a:off x="-1" y="249380"/>
            <a:ext cx="10169237" cy="803564"/>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pic>
        <p:nvPicPr>
          <p:cNvPr id="3" name="Imagen 2">
            <a:extLst>
              <a:ext uri="{FF2B5EF4-FFF2-40B4-BE49-F238E27FC236}">
                <a16:creationId xmlns:a16="http://schemas.microsoft.com/office/drawing/2014/main" id="{457E3D4C-296A-DFCA-3978-C765FD97C05C}"/>
              </a:ext>
            </a:extLst>
          </p:cNvPr>
          <p:cNvPicPr>
            <a:picLocks noChangeAspect="1"/>
          </p:cNvPicPr>
          <p:nvPr userDrawn="1"/>
        </p:nvPicPr>
        <p:blipFill>
          <a:blip r:embed="rId2"/>
          <a:stretch>
            <a:fillRect/>
          </a:stretch>
        </p:blipFill>
        <p:spPr>
          <a:xfrm>
            <a:off x="390854" y="0"/>
            <a:ext cx="647700" cy="990600"/>
          </a:xfrm>
          <a:prstGeom prst="rect">
            <a:avLst/>
          </a:prstGeom>
        </p:spPr>
      </p:pic>
      <p:sp>
        <p:nvSpPr>
          <p:cNvPr id="9" name="Marcador de texto 8">
            <a:extLst>
              <a:ext uri="{FF2B5EF4-FFF2-40B4-BE49-F238E27FC236}">
                <a16:creationId xmlns:a16="http://schemas.microsoft.com/office/drawing/2014/main" id="{4FDDE869-9ACD-23F9-D39F-026B2B7D2A3A}"/>
              </a:ext>
            </a:extLst>
          </p:cNvPr>
          <p:cNvSpPr>
            <a:spLocks noGrp="1"/>
          </p:cNvSpPr>
          <p:nvPr>
            <p:ph type="body" sz="quarter" idx="10" hasCustomPrompt="1"/>
          </p:nvPr>
        </p:nvSpPr>
        <p:spPr>
          <a:xfrm>
            <a:off x="1429410" y="318649"/>
            <a:ext cx="3814430" cy="651165"/>
          </a:xfrm>
          <a:prstGeom prst="rect">
            <a:avLst/>
          </a:prstGeom>
        </p:spPr>
        <p:txBody>
          <a:bodyPr/>
          <a:lstStyle>
            <a:lvl1pPr marL="0" indent="0">
              <a:buNone/>
              <a:defRPr sz="4000" b="1" i="0">
                <a:solidFill>
                  <a:srgbClr val="3D3935"/>
                </a:solidFill>
                <a:latin typeface="Barlow Condensed SemiBold" pitchFamily="2" charset="77"/>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s-CL"/>
              <a:t>Título Diapositiva  |</a:t>
            </a:r>
          </a:p>
        </p:txBody>
      </p:sp>
      <p:sp>
        <p:nvSpPr>
          <p:cNvPr id="13" name="Marcador de texto 12">
            <a:extLst>
              <a:ext uri="{FF2B5EF4-FFF2-40B4-BE49-F238E27FC236}">
                <a16:creationId xmlns:a16="http://schemas.microsoft.com/office/drawing/2014/main" id="{4DDFCA2B-C8AA-5DCB-3270-40C5CD6D7ECD}"/>
              </a:ext>
            </a:extLst>
          </p:cNvPr>
          <p:cNvSpPr>
            <a:spLocks noGrp="1"/>
          </p:cNvSpPr>
          <p:nvPr>
            <p:ph type="body" sz="quarter" idx="11" hasCustomPrompt="1"/>
          </p:nvPr>
        </p:nvSpPr>
        <p:spPr>
          <a:xfrm>
            <a:off x="5084618" y="319083"/>
            <a:ext cx="4856057" cy="699227"/>
          </a:xfrm>
          <a:prstGeom prst="rect">
            <a:avLst/>
          </a:prstGeom>
        </p:spPr>
        <p:txBody>
          <a:bodyPr anchor="ctr"/>
          <a:lstStyle>
            <a:lvl1pPr marL="0" indent="0">
              <a:buNone/>
              <a:defRPr sz="2400" b="0" i="0">
                <a:solidFill>
                  <a:srgbClr val="3D3935"/>
                </a:solidFill>
                <a:latin typeface="Barlow Condensed Medium" pitchFamily="2" charset="77"/>
              </a:defRPr>
            </a:lvl1pPr>
          </a:lstStyle>
          <a:p>
            <a:pPr lvl="0"/>
            <a:r>
              <a:rPr lang="es-MX"/>
              <a:t>Subtítulo</a:t>
            </a:r>
            <a:endParaRPr lang="es-CL"/>
          </a:p>
        </p:txBody>
      </p:sp>
      <p:sp>
        <p:nvSpPr>
          <p:cNvPr id="19" name="Marcador de texto 18">
            <a:extLst>
              <a:ext uri="{FF2B5EF4-FFF2-40B4-BE49-F238E27FC236}">
                <a16:creationId xmlns:a16="http://schemas.microsoft.com/office/drawing/2014/main" id="{B0B306DE-2B00-A026-2918-6A70A68504EC}"/>
              </a:ext>
            </a:extLst>
          </p:cNvPr>
          <p:cNvSpPr>
            <a:spLocks noGrp="1"/>
          </p:cNvSpPr>
          <p:nvPr>
            <p:ph type="body" sz="quarter" idx="12" hasCustomPrompt="1"/>
          </p:nvPr>
        </p:nvSpPr>
        <p:spPr>
          <a:xfrm>
            <a:off x="4209820" y="2479820"/>
            <a:ext cx="3131815" cy="2734395"/>
          </a:xfrm>
          <a:prstGeom prst="rect">
            <a:avLst/>
          </a:prstGeom>
        </p:spPr>
        <p:txBody>
          <a:bodyPr/>
          <a:lstStyle>
            <a:lvl1pPr marL="0" indent="0" algn="just">
              <a:lnSpc>
                <a:spcPct val="150000"/>
              </a:lnSpc>
              <a:buNone/>
              <a:defRPr sz="1400" b="0" i="0">
                <a:solidFill>
                  <a:schemeClr val="tx1">
                    <a:lumMod val="65000"/>
                    <a:lumOff val="35000"/>
                  </a:schemeClr>
                </a:solidFill>
                <a:latin typeface="Montserrat" pitchFamily="2" charset="77"/>
              </a:defRPr>
            </a:lvl1pPr>
          </a:lstStyle>
          <a:p>
            <a:pPr lvl="0"/>
            <a:r>
              <a:rPr lang="es-MX"/>
              <a:t>Lorem ipsum dolor sit amet, consectetur adipiscing elit. Duis egestas posuere mi. Cras ac ligula mi. Vestibulum eu tellus sed felis pretium ultricies vel vitae erat. Aliquam vel ex mi. Nunc ut ornare diam, pulvinar.</a:t>
            </a:r>
          </a:p>
        </p:txBody>
      </p:sp>
      <p:sp>
        <p:nvSpPr>
          <p:cNvPr id="21" name="Marcador de texto 20">
            <a:extLst>
              <a:ext uri="{FF2B5EF4-FFF2-40B4-BE49-F238E27FC236}">
                <a16:creationId xmlns:a16="http://schemas.microsoft.com/office/drawing/2014/main" id="{E2ABD526-70E1-5F50-81E8-B8B51106BEB9}"/>
              </a:ext>
            </a:extLst>
          </p:cNvPr>
          <p:cNvSpPr>
            <a:spLocks noGrp="1"/>
          </p:cNvSpPr>
          <p:nvPr>
            <p:ph type="body" sz="quarter" idx="13" hasCustomPrompt="1"/>
          </p:nvPr>
        </p:nvSpPr>
        <p:spPr>
          <a:xfrm>
            <a:off x="714705" y="2479820"/>
            <a:ext cx="2521982" cy="1898360"/>
          </a:xfrm>
          <a:prstGeom prst="rect">
            <a:avLst/>
          </a:prstGeom>
        </p:spPr>
        <p:txBody>
          <a:bodyPr/>
          <a:lstStyle>
            <a:lvl1pPr marL="0" indent="0">
              <a:buNone/>
              <a:defRPr sz="3200" b="1" i="1">
                <a:solidFill>
                  <a:srgbClr val="3D3935"/>
                </a:solidFill>
                <a:latin typeface="Barlow Condensed SemiBold" pitchFamily="2" charset="77"/>
              </a:defRPr>
            </a:lvl1pPr>
          </a:lstStyle>
          <a:p>
            <a:pPr lvl="0"/>
            <a:r>
              <a:rPr lang="es-MX"/>
              <a:t>Lorem ipsum dolor sit amet, consectetur.</a:t>
            </a:r>
            <a:endParaRPr lang="es-CL"/>
          </a:p>
        </p:txBody>
      </p:sp>
      <p:pic>
        <p:nvPicPr>
          <p:cNvPr id="6" name="Imagen 5">
            <a:extLst>
              <a:ext uri="{FF2B5EF4-FFF2-40B4-BE49-F238E27FC236}">
                <a16:creationId xmlns:a16="http://schemas.microsoft.com/office/drawing/2014/main" id="{B2B74515-CFF7-9B99-CC23-FF2D3D1B8CE2}"/>
              </a:ext>
            </a:extLst>
          </p:cNvPr>
          <p:cNvPicPr>
            <a:picLocks noChangeAspect="1"/>
          </p:cNvPicPr>
          <p:nvPr userDrawn="1"/>
        </p:nvPicPr>
        <p:blipFill>
          <a:blip r:embed="rId3"/>
          <a:stretch>
            <a:fillRect/>
          </a:stretch>
        </p:blipFill>
        <p:spPr>
          <a:xfrm>
            <a:off x="390854" y="6278018"/>
            <a:ext cx="3934403" cy="177546"/>
          </a:xfrm>
          <a:prstGeom prst="rect">
            <a:avLst/>
          </a:prstGeom>
        </p:spPr>
      </p:pic>
      <p:pic>
        <p:nvPicPr>
          <p:cNvPr id="7" name="Imagen 6">
            <a:extLst>
              <a:ext uri="{FF2B5EF4-FFF2-40B4-BE49-F238E27FC236}">
                <a16:creationId xmlns:a16="http://schemas.microsoft.com/office/drawing/2014/main" id="{481ED0D2-48EB-88BE-53A8-CE7F6780642F}"/>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0574770" y="211267"/>
            <a:ext cx="1075765" cy="870858"/>
          </a:xfrm>
          <a:prstGeom prst="rect">
            <a:avLst/>
          </a:prstGeom>
        </p:spPr>
      </p:pic>
    </p:spTree>
    <p:extLst>
      <p:ext uri="{BB962C8B-B14F-4D97-AF65-F5344CB8AC3E}">
        <p14:creationId xmlns:p14="http://schemas.microsoft.com/office/powerpoint/2010/main" val="188910008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CONTENIDO 2">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4547C62B-5FB7-49C7-9A84-0B392105DEAE}"/>
              </a:ext>
            </a:extLst>
          </p:cNvPr>
          <p:cNvSpPr/>
          <p:nvPr userDrawn="1"/>
        </p:nvSpPr>
        <p:spPr>
          <a:xfrm>
            <a:off x="-1" y="0"/>
            <a:ext cx="3814430" cy="6858000"/>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4" name="Rectángulo 3">
            <a:extLst>
              <a:ext uri="{FF2B5EF4-FFF2-40B4-BE49-F238E27FC236}">
                <a16:creationId xmlns:a16="http://schemas.microsoft.com/office/drawing/2014/main" id="{F4FBA8DA-66F2-32F2-EC30-15EC5B6EE205}"/>
              </a:ext>
            </a:extLst>
          </p:cNvPr>
          <p:cNvSpPr/>
          <p:nvPr userDrawn="1"/>
        </p:nvSpPr>
        <p:spPr>
          <a:xfrm>
            <a:off x="-1" y="249380"/>
            <a:ext cx="10169237" cy="803564"/>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pic>
        <p:nvPicPr>
          <p:cNvPr id="3" name="Imagen 2">
            <a:extLst>
              <a:ext uri="{FF2B5EF4-FFF2-40B4-BE49-F238E27FC236}">
                <a16:creationId xmlns:a16="http://schemas.microsoft.com/office/drawing/2014/main" id="{457E3D4C-296A-DFCA-3978-C765FD97C05C}"/>
              </a:ext>
            </a:extLst>
          </p:cNvPr>
          <p:cNvPicPr>
            <a:picLocks noChangeAspect="1"/>
          </p:cNvPicPr>
          <p:nvPr userDrawn="1"/>
        </p:nvPicPr>
        <p:blipFill>
          <a:blip r:embed="rId2"/>
          <a:stretch>
            <a:fillRect/>
          </a:stretch>
        </p:blipFill>
        <p:spPr>
          <a:xfrm>
            <a:off x="390854" y="0"/>
            <a:ext cx="647700" cy="990600"/>
          </a:xfrm>
          <a:prstGeom prst="rect">
            <a:avLst/>
          </a:prstGeom>
        </p:spPr>
      </p:pic>
      <p:sp>
        <p:nvSpPr>
          <p:cNvPr id="9" name="Marcador de texto 8">
            <a:extLst>
              <a:ext uri="{FF2B5EF4-FFF2-40B4-BE49-F238E27FC236}">
                <a16:creationId xmlns:a16="http://schemas.microsoft.com/office/drawing/2014/main" id="{4FDDE869-9ACD-23F9-D39F-026B2B7D2A3A}"/>
              </a:ext>
            </a:extLst>
          </p:cNvPr>
          <p:cNvSpPr>
            <a:spLocks noGrp="1"/>
          </p:cNvSpPr>
          <p:nvPr>
            <p:ph type="body" sz="quarter" idx="10" hasCustomPrompt="1"/>
          </p:nvPr>
        </p:nvSpPr>
        <p:spPr>
          <a:xfrm>
            <a:off x="1429410" y="318649"/>
            <a:ext cx="3814430" cy="651165"/>
          </a:xfrm>
          <a:prstGeom prst="rect">
            <a:avLst/>
          </a:prstGeom>
        </p:spPr>
        <p:txBody>
          <a:bodyPr/>
          <a:lstStyle>
            <a:lvl1pPr marL="0" indent="0">
              <a:buNone/>
              <a:defRPr sz="4000" b="1" i="0">
                <a:solidFill>
                  <a:srgbClr val="3D3935"/>
                </a:solidFill>
                <a:latin typeface="Barlow Condensed SemiBold" pitchFamily="2" charset="77"/>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s-CL"/>
              <a:t>Título Diapositiva  |</a:t>
            </a:r>
          </a:p>
        </p:txBody>
      </p:sp>
      <p:sp>
        <p:nvSpPr>
          <p:cNvPr id="13" name="Marcador de texto 12">
            <a:extLst>
              <a:ext uri="{FF2B5EF4-FFF2-40B4-BE49-F238E27FC236}">
                <a16:creationId xmlns:a16="http://schemas.microsoft.com/office/drawing/2014/main" id="{4DDFCA2B-C8AA-5DCB-3270-40C5CD6D7ECD}"/>
              </a:ext>
            </a:extLst>
          </p:cNvPr>
          <p:cNvSpPr>
            <a:spLocks noGrp="1"/>
          </p:cNvSpPr>
          <p:nvPr>
            <p:ph type="body" sz="quarter" idx="11" hasCustomPrompt="1"/>
          </p:nvPr>
        </p:nvSpPr>
        <p:spPr>
          <a:xfrm>
            <a:off x="5084618" y="319083"/>
            <a:ext cx="4856057" cy="699227"/>
          </a:xfrm>
          <a:prstGeom prst="rect">
            <a:avLst/>
          </a:prstGeom>
        </p:spPr>
        <p:txBody>
          <a:bodyPr anchor="ctr"/>
          <a:lstStyle>
            <a:lvl1pPr marL="0" indent="0">
              <a:buNone/>
              <a:defRPr sz="2400" b="0" i="0">
                <a:solidFill>
                  <a:srgbClr val="3D3935"/>
                </a:solidFill>
                <a:latin typeface="Barlow Condensed Medium" pitchFamily="2" charset="77"/>
              </a:defRPr>
            </a:lvl1pPr>
          </a:lstStyle>
          <a:p>
            <a:pPr lvl="0"/>
            <a:r>
              <a:rPr lang="es-MX"/>
              <a:t>Subtítulo</a:t>
            </a:r>
            <a:endParaRPr lang="es-CL"/>
          </a:p>
        </p:txBody>
      </p:sp>
      <p:sp>
        <p:nvSpPr>
          <p:cNvPr id="19" name="Marcador de texto 18">
            <a:extLst>
              <a:ext uri="{FF2B5EF4-FFF2-40B4-BE49-F238E27FC236}">
                <a16:creationId xmlns:a16="http://schemas.microsoft.com/office/drawing/2014/main" id="{B0B306DE-2B00-A026-2918-6A70A68504EC}"/>
              </a:ext>
            </a:extLst>
          </p:cNvPr>
          <p:cNvSpPr>
            <a:spLocks noGrp="1"/>
          </p:cNvSpPr>
          <p:nvPr>
            <p:ph type="body" sz="quarter" idx="12" hasCustomPrompt="1"/>
          </p:nvPr>
        </p:nvSpPr>
        <p:spPr>
          <a:xfrm>
            <a:off x="4209820" y="2479820"/>
            <a:ext cx="3131815" cy="2734395"/>
          </a:xfrm>
          <a:prstGeom prst="rect">
            <a:avLst/>
          </a:prstGeom>
        </p:spPr>
        <p:txBody>
          <a:bodyPr/>
          <a:lstStyle>
            <a:lvl1pPr marL="0" indent="0" algn="just">
              <a:lnSpc>
                <a:spcPct val="150000"/>
              </a:lnSpc>
              <a:buNone/>
              <a:defRPr sz="1400" b="0" i="0">
                <a:solidFill>
                  <a:schemeClr val="tx1">
                    <a:lumMod val="65000"/>
                    <a:lumOff val="35000"/>
                  </a:schemeClr>
                </a:solidFill>
                <a:latin typeface="Montserrat" pitchFamily="2" charset="77"/>
              </a:defRPr>
            </a:lvl1pPr>
          </a:lstStyle>
          <a:p>
            <a:pPr lvl="0"/>
            <a:r>
              <a:rPr lang="es-MX"/>
              <a:t>Lorem ipsum dolor sit amet, consectetur adipiscing elit. Duis egestas posuere mi. Cras ac ligula mi. Vestibulum eu tellus sed felis pretium ultricies vel vitae erat. Aliquam vel ex mi. Nunc ut ornare diam, pulvinar.</a:t>
            </a:r>
          </a:p>
        </p:txBody>
      </p:sp>
      <p:sp>
        <p:nvSpPr>
          <p:cNvPr id="21" name="Marcador de texto 20">
            <a:extLst>
              <a:ext uri="{FF2B5EF4-FFF2-40B4-BE49-F238E27FC236}">
                <a16:creationId xmlns:a16="http://schemas.microsoft.com/office/drawing/2014/main" id="{E2ABD526-70E1-5F50-81E8-B8B51106BEB9}"/>
              </a:ext>
            </a:extLst>
          </p:cNvPr>
          <p:cNvSpPr>
            <a:spLocks noGrp="1"/>
          </p:cNvSpPr>
          <p:nvPr>
            <p:ph type="body" sz="quarter" idx="13" hasCustomPrompt="1"/>
          </p:nvPr>
        </p:nvSpPr>
        <p:spPr>
          <a:xfrm>
            <a:off x="714705" y="2479820"/>
            <a:ext cx="2521982" cy="1898360"/>
          </a:xfrm>
          <a:prstGeom prst="rect">
            <a:avLst/>
          </a:prstGeom>
        </p:spPr>
        <p:txBody>
          <a:bodyPr/>
          <a:lstStyle>
            <a:lvl1pPr marL="0" indent="0">
              <a:buNone/>
              <a:defRPr sz="3200" b="1" i="1">
                <a:solidFill>
                  <a:schemeClr val="bg1"/>
                </a:solidFill>
                <a:latin typeface="Barlow Condensed SemiBold" pitchFamily="2" charset="77"/>
              </a:defRPr>
            </a:lvl1pPr>
          </a:lstStyle>
          <a:p>
            <a:pPr lvl="0"/>
            <a:r>
              <a:rPr lang="es-MX"/>
              <a:t>Lorem ipsum dolor sit amet, consectetur.</a:t>
            </a:r>
            <a:endParaRPr lang="es-CL"/>
          </a:p>
        </p:txBody>
      </p:sp>
      <p:pic>
        <p:nvPicPr>
          <p:cNvPr id="6" name="Imagen 5">
            <a:extLst>
              <a:ext uri="{FF2B5EF4-FFF2-40B4-BE49-F238E27FC236}">
                <a16:creationId xmlns:a16="http://schemas.microsoft.com/office/drawing/2014/main" id="{B2B74515-CFF7-9B99-CC23-FF2D3D1B8CE2}"/>
              </a:ext>
            </a:extLst>
          </p:cNvPr>
          <p:cNvPicPr>
            <a:picLocks noChangeAspect="1"/>
          </p:cNvPicPr>
          <p:nvPr userDrawn="1"/>
        </p:nvPicPr>
        <p:blipFill>
          <a:blip r:embed="rId3"/>
          <a:stretch>
            <a:fillRect/>
          </a:stretch>
        </p:blipFill>
        <p:spPr>
          <a:xfrm>
            <a:off x="390854" y="6278018"/>
            <a:ext cx="3934403" cy="177546"/>
          </a:xfrm>
          <a:prstGeom prst="rect">
            <a:avLst/>
          </a:prstGeom>
        </p:spPr>
      </p:pic>
      <p:pic>
        <p:nvPicPr>
          <p:cNvPr id="7" name="Imagen 6">
            <a:extLst>
              <a:ext uri="{FF2B5EF4-FFF2-40B4-BE49-F238E27FC236}">
                <a16:creationId xmlns:a16="http://schemas.microsoft.com/office/drawing/2014/main" id="{2E3FE92E-6CD5-46A2-32E9-E32B1778FAFB}"/>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0574770" y="211267"/>
            <a:ext cx="1075765" cy="870858"/>
          </a:xfrm>
          <a:prstGeom prst="rect">
            <a:avLst/>
          </a:prstGeom>
        </p:spPr>
      </p:pic>
    </p:spTree>
    <p:extLst>
      <p:ext uri="{BB962C8B-B14F-4D97-AF65-F5344CB8AC3E}">
        <p14:creationId xmlns:p14="http://schemas.microsoft.com/office/powerpoint/2010/main" val="11658983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IDO 3">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A7FD8085-C44F-F2CF-E76B-DB813178781E}"/>
              </a:ext>
            </a:extLst>
          </p:cNvPr>
          <p:cNvSpPr/>
          <p:nvPr userDrawn="1"/>
        </p:nvSpPr>
        <p:spPr>
          <a:xfrm>
            <a:off x="0" y="0"/>
            <a:ext cx="12192000" cy="6858000"/>
          </a:xfrm>
          <a:prstGeom prst="rect">
            <a:avLst/>
          </a:prstGeom>
          <a:solidFill>
            <a:srgbClr val="E1251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2" name="Título 1">
            <a:extLst>
              <a:ext uri="{FF2B5EF4-FFF2-40B4-BE49-F238E27FC236}">
                <a16:creationId xmlns:a16="http://schemas.microsoft.com/office/drawing/2014/main" id="{361E7A51-7D9E-262B-0EDF-5F56738758CC}"/>
              </a:ext>
            </a:extLst>
          </p:cNvPr>
          <p:cNvSpPr>
            <a:spLocks noGrp="1"/>
          </p:cNvSpPr>
          <p:nvPr>
            <p:ph type="title" hasCustomPrompt="1"/>
          </p:nvPr>
        </p:nvSpPr>
        <p:spPr>
          <a:xfrm>
            <a:off x="1297213" y="2377848"/>
            <a:ext cx="9684657" cy="2102303"/>
          </a:xfrm>
          <a:prstGeom prst="rect">
            <a:avLst/>
          </a:prstGeom>
        </p:spPr>
        <p:txBody>
          <a:bodyPr/>
          <a:lstStyle>
            <a:lvl1pPr marL="0" marR="0" indent="0" algn="ctr" defTabSz="914400" rtl="0" eaLnBrk="1" fontAlgn="auto" latinLnBrk="0" hangingPunct="1">
              <a:lnSpc>
                <a:spcPct val="90000"/>
              </a:lnSpc>
              <a:spcBef>
                <a:spcPct val="0"/>
              </a:spcBef>
              <a:spcAft>
                <a:spcPts val="0"/>
              </a:spcAft>
              <a:buClrTx/>
              <a:buSzTx/>
              <a:buFontTx/>
              <a:buNone/>
              <a:tabLst/>
              <a:defRPr sz="2800" b="0" i="1">
                <a:solidFill>
                  <a:schemeClr val="bg1"/>
                </a:solidFill>
                <a:latin typeface="Montserrat" pitchFamily="2" charset="77"/>
              </a:defRPr>
            </a:lvl1pPr>
          </a:lstStyle>
          <a:p>
            <a:r>
              <a:rPr lang="es-MX"/>
              <a:t>Lorem ipsum dolor sit amet, consectetur adipiscing elit. Duis egestas posuere mi. Cras ac ligula mi. Vestibulum eu tellus sed felis pretium ultricies vel vitae erat. Aliquam vel ex mi. Nunc ut ornare diam, pulvinar vulputate lectus</a:t>
            </a:r>
            <a:endParaRPr lang="es-CL"/>
          </a:p>
        </p:txBody>
      </p:sp>
      <p:sp>
        <p:nvSpPr>
          <p:cNvPr id="7" name="Marcador de texto 6">
            <a:extLst>
              <a:ext uri="{FF2B5EF4-FFF2-40B4-BE49-F238E27FC236}">
                <a16:creationId xmlns:a16="http://schemas.microsoft.com/office/drawing/2014/main" id="{BE330284-FE8D-2A55-DC08-2DC5112D755E}"/>
              </a:ext>
            </a:extLst>
          </p:cNvPr>
          <p:cNvSpPr>
            <a:spLocks noGrp="1"/>
          </p:cNvSpPr>
          <p:nvPr>
            <p:ph type="body" sz="quarter" idx="11" hasCustomPrompt="1"/>
          </p:nvPr>
        </p:nvSpPr>
        <p:spPr>
          <a:xfrm>
            <a:off x="7933644" y="4978398"/>
            <a:ext cx="3048226" cy="457200"/>
          </a:xfrm>
          <a:prstGeom prst="rect">
            <a:avLst/>
          </a:prstGeom>
        </p:spPr>
        <p:txBody>
          <a:bodyPr/>
          <a:lstStyle>
            <a:lvl1pPr marL="0" indent="0" algn="r">
              <a:buNone/>
              <a:defRPr sz="1800" b="1" i="0">
                <a:solidFill>
                  <a:schemeClr val="bg1"/>
                </a:solidFill>
                <a:latin typeface="Montserrat" pitchFamily="2" charset="77"/>
              </a:defRPr>
            </a:lvl1pPr>
          </a:lstStyle>
          <a:p>
            <a:pPr lvl="0"/>
            <a:r>
              <a:rPr lang="es-CL"/>
              <a:t>Juan Pérez P.</a:t>
            </a:r>
          </a:p>
        </p:txBody>
      </p:sp>
      <p:pic>
        <p:nvPicPr>
          <p:cNvPr id="9" name="Gráfico 8" descr="Closed quotation mark con relleno sólido">
            <a:extLst>
              <a:ext uri="{FF2B5EF4-FFF2-40B4-BE49-F238E27FC236}">
                <a16:creationId xmlns:a16="http://schemas.microsoft.com/office/drawing/2014/main" id="{8902172E-2456-130E-3568-788AC414A68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10800000">
            <a:off x="355599" y="1222829"/>
            <a:ext cx="1313543" cy="1313543"/>
          </a:xfrm>
          <a:prstGeom prst="rect">
            <a:avLst/>
          </a:prstGeom>
        </p:spPr>
      </p:pic>
    </p:spTree>
    <p:extLst>
      <p:ext uri="{BB962C8B-B14F-4D97-AF65-F5344CB8AC3E}">
        <p14:creationId xmlns:p14="http://schemas.microsoft.com/office/powerpoint/2010/main" val="45563893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CONTENIDO 3">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A7FD8085-C44F-F2CF-E76B-DB813178781E}"/>
              </a:ext>
            </a:extLst>
          </p:cNvPr>
          <p:cNvSpPr/>
          <p:nvPr userDrawn="1"/>
        </p:nvSpPr>
        <p:spPr>
          <a:xfrm>
            <a:off x="0" y="-1"/>
            <a:ext cx="12192000" cy="685800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2" name="Título 1">
            <a:extLst>
              <a:ext uri="{FF2B5EF4-FFF2-40B4-BE49-F238E27FC236}">
                <a16:creationId xmlns:a16="http://schemas.microsoft.com/office/drawing/2014/main" id="{361E7A51-7D9E-262B-0EDF-5F56738758CC}"/>
              </a:ext>
            </a:extLst>
          </p:cNvPr>
          <p:cNvSpPr>
            <a:spLocks noGrp="1"/>
          </p:cNvSpPr>
          <p:nvPr>
            <p:ph type="title" hasCustomPrompt="1"/>
          </p:nvPr>
        </p:nvSpPr>
        <p:spPr>
          <a:xfrm>
            <a:off x="1297213" y="2377848"/>
            <a:ext cx="9684657" cy="2102303"/>
          </a:xfrm>
          <a:prstGeom prst="rect">
            <a:avLst/>
          </a:prstGeom>
        </p:spPr>
        <p:txBody>
          <a:bodyPr/>
          <a:lstStyle>
            <a:lvl1pPr marL="0" marR="0" indent="0" algn="ctr" defTabSz="914400" rtl="0" eaLnBrk="1" fontAlgn="auto" latinLnBrk="0" hangingPunct="1">
              <a:lnSpc>
                <a:spcPct val="90000"/>
              </a:lnSpc>
              <a:spcBef>
                <a:spcPct val="0"/>
              </a:spcBef>
              <a:spcAft>
                <a:spcPts val="0"/>
              </a:spcAft>
              <a:buClrTx/>
              <a:buSzTx/>
              <a:buFontTx/>
              <a:buNone/>
              <a:tabLst/>
              <a:defRPr sz="2800" b="0" i="1">
                <a:solidFill>
                  <a:srgbClr val="3D3935"/>
                </a:solidFill>
                <a:latin typeface="Montserrat" pitchFamily="2" charset="77"/>
              </a:defRPr>
            </a:lvl1pPr>
          </a:lstStyle>
          <a:p>
            <a:r>
              <a:rPr lang="es-MX"/>
              <a:t>Lorem ipsum dolor sit amet, consectetur adipiscing elit. Duis egestas posuere mi. Cras ac ligula mi. Vestibulum eu tellus sed felis pretium ultricies vel vitae erat. Aliquam vel ex mi. Nunc ut ornare diam, pulvinar vulputate lectus</a:t>
            </a:r>
            <a:endParaRPr lang="es-CL"/>
          </a:p>
        </p:txBody>
      </p:sp>
      <p:sp>
        <p:nvSpPr>
          <p:cNvPr id="7" name="Marcador de texto 6">
            <a:extLst>
              <a:ext uri="{FF2B5EF4-FFF2-40B4-BE49-F238E27FC236}">
                <a16:creationId xmlns:a16="http://schemas.microsoft.com/office/drawing/2014/main" id="{BE330284-FE8D-2A55-DC08-2DC5112D755E}"/>
              </a:ext>
            </a:extLst>
          </p:cNvPr>
          <p:cNvSpPr>
            <a:spLocks noGrp="1"/>
          </p:cNvSpPr>
          <p:nvPr>
            <p:ph type="body" sz="quarter" idx="11" hasCustomPrompt="1"/>
          </p:nvPr>
        </p:nvSpPr>
        <p:spPr>
          <a:xfrm>
            <a:off x="7933644" y="4978398"/>
            <a:ext cx="3048226" cy="457200"/>
          </a:xfrm>
          <a:prstGeom prst="rect">
            <a:avLst/>
          </a:prstGeom>
        </p:spPr>
        <p:txBody>
          <a:bodyPr/>
          <a:lstStyle>
            <a:lvl1pPr marL="0" indent="0" algn="r">
              <a:buNone/>
              <a:defRPr sz="1800" b="1" i="0">
                <a:solidFill>
                  <a:srgbClr val="3D3935"/>
                </a:solidFill>
                <a:latin typeface="Montserrat" pitchFamily="2" charset="77"/>
              </a:defRPr>
            </a:lvl1pPr>
          </a:lstStyle>
          <a:p>
            <a:pPr lvl="0"/>
            <a:r>
              <a:rPr lang="es-CL"/>
              <a:t>Juan Pérez P.</a:t>
            </a:r>
          </a:p>
        </p:txBody>
      </p:sp>
      <p:pic>
        <p:nvPicPr>
          <p:cNvPr id="9" name="Gráfico 8" descr="Closed quotation mark con relleno sólido">
            <a:extLst>
              <a:ext uri="{FF2B5EF4-FFF2-40B4-BE49-F238E27FC236}">
                <a16:creationId xmlns:a16="http://schemas.microsoft.com/office/drawing/2014/main" id="{8902172E-2456-130E-3568-788AC414A68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10800000">
            <a:off x="355599" y="1222829"/>
            <a:ext cx="1313543" cy="1313543"/>
          </a:xfrm>
          <a:prstGeom prst="rect">
            <a:avLst/>
          </a:prstGeom>
        </p:spPr>
      </p:pic>
    </p:spTree>
    <p:extLst>
      <p:ext uri="{BB962C8B-B14F-4D97-AF65-F5344CB8AC3E}">
        <p14:creationId xmlns:p14="http://schemas.microsoft.com/office/powerpoint/2010/main" val="115873064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CONTENIDO 3">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A7FD8085-C44F-F2CF-E76B-DB813178781E}"/>
              </a:ext>
            </a:extLst>
          </p:cNvPr>
          <p:cNvSpPr/>
          <p:nvPr userDrawn="1"/>
        </p:nvSpPr>
        <p:spPr>
          <a:xfrm>
            <a:off x="0" y="-1"/>
            <a:ext cx="12192000" cy="6858000"/>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2" name="Título 1">
            <a:extLst>
              <a:ext uri="{FF2B5EF4-FFF2-40B4-BE49-F238E27FC236}">
                <a16:creationId xmlns:a16="http://schemas.microsoft.com/office/drawing/2014/main" id="{361E7A51-7D9E-262B-0EDF-5F56738758CC}"/>
              </a:ext>
            </a:extLst>
          </p:cNvPr>
          <p:cNvSpPr>
            <a:spLocks noGrp="1"/>
          </p:cNvSpPr>
          <p:nvPr>
            <p:ph type="title" hasCustomPrompt="1"/>
          </p:nvPr>
        </p:nvSpPr>
        <p:spPr>
          <a:xfrm>
            <a:off x="1297213" y="2377848"/>
            <a:ext cx="9684657" cy="2102303"/>
          </a:xfrm>
          <a:prstGeom prst="rect">
            <a:avLst/>
          </a:prstGeom>
        </p:spPr>
        <p:txBody>
          <a:bodyPr/>
          <a:lstStyle>
            <a:lvl1pPr marL="0" marR="0" indent="0" algn="ctr" defTabSz="914400" rtl="0" eaLnBrk="1" fontAlgn="auto" latinLnBrk="0" hangingPunct="1">
              <a:lnSpc>
                <a:spcPct val="90000"/>
              </a:lnSpc>
              <a:spcBef>
                <a:spcPct val="0"/>
              </a:spcBef>
              <a:spcAft>
                <a:spcPts val="0"/>
              </a:spcAft>
              <a:buClrTx/>
              <a:buSzTx/>
              <a:buFontTx/>
              <a:buNone/>
              <a:tabLst/>
              <a:defRPr sz="2800" b="0" i="1">
                <a:solidFill>
                  <a:schemeClr val="bg1"/>
                </a:solidFill>
                <a:latin typeface="Montserrat" pitchFamily="2" charset="77"/>
              </a:defRPr>
            </a:lvl1pPr>
          </a:lstStyle>
          <a:p>
            <a:r>
              <a:rPr lang="es-MX"/>
              <a:t>Lorem ipsum dolor sit amet, consectetur adipiscing elit. Duis egestas posuere mi. Cras ac ligula mi. Vestibulum eu tellus sed felis pretium ultricies vel vitae erat. Aliquam vel ex mi. Nunc ut ornare diam, pulvinar vulputate lectus</a:t>
            </a:r>
            <a:endParaRPr lang="es-CL"/>
          </a:p>
        </p:txBody>
      </p:sp>
      <p:sp>
        <p:nvSpPr>
          <p:cNvPr id="7" name="Marcador de texto 6">
            <a:extLst>
              <a:ext uri="{FF2B5EF4-FFF2-40B4-BE49-F238E27FC236}">
                <a16:creationId xmlns:a16="http://schemas.microsoft.com/office/drawing/2014/main" id="{BE330284-FE8D-2A55-DC08-2DC5112D755E}"/>
              </a:ext>
            </a:extLst>
          </p:cNvPr>
          <p:cNvSpPr>
            <a:spLocks noGrp="1"/>
          </p:cNvSpPr>
          <p:nvPr>
            <p:ph type="body" sz="quarter" idx="11" hasCustomPrompt="1"/>
          </p:nvPr>
        </p:nvSpPr>
        <p:spPr>
          <a:xfrm>
            <a:off x="7933644" y="4978398"/>
            <a:ext cx="3048226" cy="457200"/>
          </a:xfrm>
          <a:prstGeom prst="rect">
            <a:avLst/>
          </a:prstGeom>
        </p:spPr>
        <p:txBody>
          <a:bodyPr/>
          <a:lstStyle>
            <a:lvl1pPr marL="0" indent="0" algn="r">
              <a:buNone/>
              <a:defRPr sz="1800" b="1" i="0">
                <a:solidFill>
                  <a:schemeClr val="bg1"/>
                </a:solidFill>
                <a:latin typeface="Montserrat" pitchFamily="2" charset="77"/>
              </a:defRPr>
            </a:lvl1pPr>
          </a:lstStyle>
          <a:p>
            <a:pPr lvl="0"/>
            <a:r>
              <a:rPr lang="es-CL"/>
              <a:t>Juan Pérez P.</a:t>
            </a:r>
          </a:p>
        </p:txBody>
      </p:sp>
      <p:pic>
        <p:nvPicPr>
          <p:cNvPr id="9" name="Gráfico 8" descr="Closed quotation mark con relleno sólido">
            <a:extLst>
              <a:ext uri="{FF2B5EF4-FFF2-40B4-BE49-F238E27FC236}">
                <a16:creationId xmlns:a16="http://schemas.microsoft.com/office/drawing/2014/main" id="{8902172E-2456-130E-3568-788AC414A68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10800000">
            <a:off x="355599" y="1222829"/>
            <a:ext cx="1313543" cy="1313543"/>
          </a:xfrm>
          <a:prstGeom prst="rect">
            <a:avLst/>
          </a:prstGeom>
        </p:spPr>
      </p:pic>
    </p:spTree>
    <p:extLst>
      <p:ext uri="{BB962C8B-B14F-4D97-AF65-F5344CB8AC3E}">
        <p14:creationId xmlns:p14="http://schemas.microsoft.com/office/powerpoint/2010/main" val="299359437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_CONTENIDO 4">
    <p:spTree>
      <p:nvGrpSpPr>
        <p:cNvPr id="1" name=""/>
        <p:cNvGrpSpPr/>
        <p:nvPr/>
      </p:nvGrpSpPr>
      <p:grpSpPr>
        <a:xfrm>
          <a:off x="0" y="0"/>
          <a:ext cx="0" cy="0"/>
          <a:chOff x="0" y="0"/>
          <a:chExt cx="0" cy="0"/>
        </a:xfrm>
      </p:grpSpPr>
      <p:pic>
        <p:nvPicPr>
          <p:cNvPr id="15" name="Imagen 14">
            <a:extLst>
              <a:ext uri="{FF2B5EF4-FFF2-40B4-BE49-F238E27FC236}">
                <a16:creationId xmlns:a16="http://schemas.microsoft.com/office/drawing/2014/main" id="{7FF15D88-F984-17E4-15AE-2BD100E17D94}"/>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90854" y="6303818"/>
            <a:ext cx="3828229" cy="172754"/>
          </a:xfrm>
          <a:prstGeom prst="rect">
            <a:avLst/>
          </a:prstGeom>
        </p:spPr>
      </p:pic>
      <p:pic>
        <p:nvPicPr>
          <p:cNvPr id="2" name="Imagen 1">
            <a:extLst>
              <a:ext uri="{FF2B5EF4-FFF2-40B4-BE49-F238E27FC236}">
                <a16:creationId xmlns:a16="http://schemas.microsoft.com/office/drawing/2014/main" id="{AAB85C36-3338-415A-8CBE-C17D213AD4CD}"/>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574770" y="211267"/>
            <a:ext cx="1075765" cy="870858"/>
          </a:xfrm>
          <a:prstGeom prst="rect">
            <a:avLst/>
          </a:prstGeom>
        </p:spPr>
      </p:pic>
    </p:spTree>
    <p:extLst>
      <p:ext uri="{BB962C8B-B14F-4D97-AF65-F5344CB8AC3E}">
        <p14:creationId xmlns:p14="http://schemas.microsoft.com/office/powerpoint/2010/main" val="20035476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CONTENIDO 4">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4547C62B-5FB7-49C7-9A84-0B392105DEAE}"/>
              </a:ext>
            </a:extLst>
          </p:cNvPr>
          <p:cNvSpPr/>
          <p:nvPr userDrawn="1"/>
        </p:nvSpPr>
        <p:spPr>
          <a:xfrm>
            <a:off x="1" y="0"/>
            <a:ext cx="12206514" cy="6858000"/>
          </a:xfrm>
          <a:prstGeom prst="rect">
            <a:avLst/>
          </a:prstGeom>
          <a:solidFill>
            <a:srgbClr val="D4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pic>
        <p:nvPicPr>
          <p:cNvPr id="3" name="Imagen 2">
            <a:extLst>
              <a:ext uri="{FF2B5EF4-FFF2-40B4-BE49-F238E27FC236}">
                <a16:creationId xmlns:a16="http://schemas.microsoft.com/office/drawing/2014/main" id="{F98B8E39-7503-51D4-548C-869B0C45BFD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581025" y="208298"/>
            <a:ext cx="1198599" cy="970295"/>
          </a:xfrm>
          <a:prstGeom prst="rect">
            <a:avLst/>
          </a:prstGeom>
        </p:spPr>
      </p:pic>
      <p:pic>
        <p:nvPicPr>
          <p:cNvPr id="5" name="Imagen 4">
            <a:extLst>
              <a:ext uri="{FF2B5EF4-FFF2-40B4-BE49-F238E27FC236}">
                <a16:creationId xmlns:a16="http://schemas.microsoft.com/office/drawing/2014/main" id="{598940F2-C871-FD7E-0A9F-845C6B072045}"/>
              </a:ext>
            </a:extLst>
          </p:cNvPr>
          <p:cNvPicPr>
            <a:picLocks noChangeAspect="1"/>
          </p:cNvPicPr>
          <p:nvPr userDrawn="1"/>
        </p:nvPicPr>
        <p:blipFill>
          <a:blip r:embed="rId3"/>
          <a:stretch>
            <a:fillRect/>
          </a:stretch>
        </p:blipFill>
        <p:spPr>
          <a:xfrm>
            <a:off x="415812" y="6309050"/>
            <a:ext cx="3822701" cy="172505"/>
          </a:xfrm>
          <a:prstGeom prst="rect">
            <a:avLst/>
          </a:prstGeom>
        </p:spPr>
      </p:pic>
    </p:spTree>
    <p:extLst>
      <p:ext uri="{BB962C8B-B14F-4D97-AF65-F5344CB8AC3E}">
        <p14:creationId xmlns:p14="http://schemas.microsoft.com/office/powerpoint/2010/main" val="353975543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EPARADOR 2">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4547C62B-5FB7-49C7-9A84-0B392105DEAE}"/>
              </a:ext>
            </a:extLst>
          </p:cNvPr>
          <p:cNvSpPr/>
          <p:nvPr userDrawn="1"/>
        </p:nvSpPr>
        <p:spPr>
          <a:xfrm>
            <a:off x="1" y="0"/>
            <a:ext cx="12206514" cy="6858000"/>
          </a:xfrm>
          <a:prstGeom prst="rect">
            <a:avLst/>
          </a:prstGeom>
          <a:solidFill>
            <a:srgbClr val="D4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21" name="Marcador de texto 20">
            <a:extLst>
              <a:ext uri="{FF2B5EF4-FFF2-40B4-BE49-F238E27FC236}">
                <a16:creationId xmlns:a16="http://schemas.microsoft.com/office/drawing/2014/main" id="{E2ABD526-70E1-5F50-81E8-B8B51106BEB9}"/>
              </a:ext>
            </a:extLst>
          </p:cNvPr>
          <p:cNvSpPr>
            <a:spLocks noGrp="1"/>
          </p:cNvSpPr>
          <p:nvPr>
            <p:ph type="body" sz="quarter" idx="13" hasCustomPrompt="1"/>
          </p:nvPr>
        </p:nvSpPr>
        <p:spPr>
          <a:xfrm>
            <a:off x="4677105" y="2338306"/>
            <a:ext cx="2521982" cy="1898360"/>
          </a:xfrm>
          <a:prstGeom prst="rect">
            <a:avLst/>
          </a:prstGeom>
        </p:spPr>
        <p:txBody>
          <a:bodyPr anchor="ctr"/>
          <a:lstStyle>
            <a:lvl1pPr marL="0" indent="0" algn="ctr">
              <a:buNone/>
              <a:defRPr sz="3200" b="1" i="1">
                <a:solidFill>
                  <a:schemeClr val="bg1"/>
                </a:solidFill>
                <a:latin typeface="Barlow Condensed SemiBold" pitchFamily="2" charset="77"/>
              </a:defRPr>
            </a:lvl1pPr>
          </a:lstStyle>
          <a:p>
            <a:pPr lvl="0"/>
            <a:r>
              <a:rPr lang="es-MX"/>
              <a:t>Lorem ipsum dolor sit amet, consectetur.</a:t>
            </a:r>
            <a:endParaRPr lang="es-CL"/>
          </a:p>
        </p:txBody>
      </p:sp>
      <p:pic>
        <p:nvPicPr>
          <p:cNvPr id="6" name="Imagen 5">
            <a:extLst>
              <a:ext uri="{FF2B5EF4-FFF2-40B4-BE49-F238E27FC236}">
                <a16:creationId xmlns:a16="http://schemas.microsoft.com/office/drawing/2014/main" id="{B2B74515-CFF7-9B99-CC23-FF2D3D1B8CE2}"/>
              </a:ext>
            </a:extLst>
          </p:cNvPr>
          <p:cNvPicPr>
            <a:picLocks noChangeAspect="1"/>
          </p:cNvPicPr>
          <p:nvPr userDrawn="1"/>
        </p:nvPicPr>
        <p:blipFill>
          <a:blip r:embed="rId2"/>
          <a:stretch>
            <a:fillRect/>
          </a:stretch>
        </p:blipFill>
        <p:spPr>
          <a:xfrm>
            <a:off x="390854" y="6278018"/>
            <a:ext cx="3934403" cy="177546"/>
          </a:xfrm>
          <a:prstGeom prst="rect">
            <a:avLst/>
          </a:prstGeom>
        </p:spPr>
      </p:pic>
      <p:sp>
        <p:nvSpPr>
          <p:cNvPr id="7" name="Rectángulo 6">
            <a:extLst>
              <a:ext uri="{FF2B5EF4-FFF2-40B4-BE49-F238E27FC236}">
                <a16:creationId xmlns:a16="http://schemas.microsoft.com/office/drawing/2014/main" id="{EB77429D-E842-5E20-F779-7858F184D455}"/>
              </a:ext>
            </a:extLst>
          </p:cNvPr>
          <p:cNvSpPr/>
          <p:nvPr userDrawn="1"/>
        </p:nvSpPr>
        <p:spPr>
          <a:xfrm>
            <a:off x="3702896" y="1785258"/>
            <a:ext cx="4470400" cy="3004457"/>
          </a:xfrm>
          <a:prstGeom prst="rect">
            <a:avLst/>
          </a:prstGeom>
          <a:no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pic>
        <p:nvPicPr>
          <p:cNvPr id="3" name="Imagen 2">
            <a:extLst>
              <a:ext uri="{FF2B5EF4-FFF2-40B4-BE49-F238E27FC236}">
                <a16:creationId xmlns:a16="http://schemas.microsoft.com/office/drawing/2014/main" id="{F98B8E39-7503-51D4-548C-869B0C45BFD3}"/>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581025" y="208298"/>
            <a:ext cx="1198599" cy="970295"/>
          </a:xfrm>
          <a:prstGeom prst="rect">
            <a:avLst/>
          </a:prstGeom>
        </p:spPr>
      </p:pic>
    </p:spTree>
    <p:extLst>
      <p:ext uri="{BB962C8B-B14F-4D97-AF65-F5344CB8AC3E}">
        <p14:creationId xmlns:p14="http://schemas.microsoft.com/office/powerpoint/2010/main" val="130056377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SEPARADOR 2">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4547C62B-5FB7-49C7-9A84-0B392105DEAE}"/>
              </a:ext>
            </a:extLst>
          </p:cNvPr>
          <p:cNvSpPr/>
          <p:nvPr userDrawn="1"/>
        </p:nvSpPr>
        <p:spPr>
          <a:xfrm>
            <a:off x="1" y="0"/>
            <a:ext cx="12206514" cy="6858000"/>
          </a:xfrm>
          <a:prstGeom prst="rect">
            <a:avLst/>
          </a:prstGeom>
          <a:solidFill>
            <a:schemeClr val="bg1">
              <a:lumMod val="85000"/>
            </a:schemeClr>
          </a:solidFill>
          <a:ln>
            <a:solidFill>
              <a:srgbClr val="3D393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21" name="Marcador de texto 20">
            <a:extLst>
              <a:ext uri="{FF2B5EF4-FFF2-40B4-BE49-F238E27FC236}">
                <a16:creationId xmlns:a16="http://schemas.microsoft.com/office/drawing/2014/main" id="{E2ABD526-70E1-5F50-81E8-B8B51106BEB9}"/>
              </a:ext>
            </a:extLst>
          </p:cNvPr>
          <p:cNvSpPr>
            <a:spLocks noGrp="1"/>
          </p:cNvSpPr>
          <p:nvPr>
            <p:ph type="body" sz="quarter" idx="13" hasCustomPrompt="1"/>
          </p:nvPr>
        </p:nvSpPr>
        <p:spPr>
          <a:xfrm>
            <a:off x="4677105" y="2338306"/>
            <a:ext cx="2521982" cy="1898360"/>
          </a:xfrm>
          <a:prstGeom prst="rect">
            <a:avLst/>
          </a:prstGeom>
        </p:spPr>
        <p:txBody>
          <a:bodyPr anchor="ctr"/>
          <a:lstStyle>
            <a:lvl1pPr marL="0" indent="0" algn="ctr">
              <a:buNone/>
              <a:defRPr sz="3200" b="1" i="1">
                <a:solidFill>
                  <a:srgbClr val="3D3935"/>
                </a:solidFill>
                <a:latin typeface="Barlow Condensed SemiBold" pitchFamily="2" charset="77"/>
              </a:defRPr>
            </a:lvl1pPr>
          </a:lstStyle>
          <a:p>
            <a:pPr lvl="0"/>
            <a:r>
              <a:rPr lang="es-MX"/>
              <a:t>Lorem ipsum dolor sit amet, consectetur.</a:t>
            </a:r>
            <a:endParaRPr lang="es-CL"/>
          </a:p>
        </p:txBody>
      </p:sp>
      <p:pic>
        <p:nvPicPr>
          <p:cNvPr id="6" name="Imagen 5">
            <a:extLst>
              <a:ext uri="{FF2B5EF4-FFF2-40B4-BE49-F238E27FC236}">
                <a16:creationId xmlns:a16="http://schemas.microsoft.com/office/drawing/2014/main" id="{B2B74515-CFF7-9B99-CC23-FF2D3D1B8CE2}"/>
              </a:ext>
            </a:extLst>
          </p:cNvPr>
          <p:cNvPicPr>
            <a:picLocks noChangeAspect="1"/>
          </p:cNvPicPr>
          <p:nvPr userDrawn="1"/>
        </p:nvPicPr>
        <p:blipFill>
          <a:blip r:embed="rId2"/>
          <a:stretch>
            <a:fillRect/>
          </a:stretch>
        </p:blipFill>
        <p:spPr>
          <a:xfrm>
            <a:off x="390854" y="6278018"/>
            <a:ext cx="3934403" cy="177546"/>
          </a:xfrm>
          <a:prstGeom prst="rect">
            <a:avLst/>
          </a:prstGeom>
          <a:solidFill>
            <a:srgbClr val="E1251B"/>
          </a:solidFill>
        </p:spPr>
      </p:pic>
      <p:sp>
        <p:nvSpPr>
          <p:cNvPr id="7" name="Rectángulo 6">
            <a:extLst>
              <a:ext uri="{FF2B5EF4-FFF2-40B4-BE49-F238E27FC236}">
                <a16:creationId xmlns:a16="http://schemas.microsoft.com/office/drawing/2014/main" id="{EB77429D-E842-5E20-F779-7858F184D455}"/>
              </a:ext>
            </a:extLst>
          </p:cNvPr>
          <p:cNvSpPr/>
          <p:nvPr userDrawn="1"/>
        </p:nvSpPr>
        <p:spPr>
          <a:xfrm>
            <a:off x="3702896" y="1785258"/>
            <a:ext cx="4470400" cy="3004457"/>
          </a:xfrm>
          <a:prstGeom prst="rect">
            <a:avLst/>
          </a:prstGeom>
          <a:noFill/>
          <a:ln w="57150">
            <a:solidFill>
              <a:srgbClr val="E1251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pic>
        <p:nvPicPr>
          <p:cNvPr id="3" name="Imagen 2">
            <a:extLst>
              <a:ext uri="{FF2B5EF4-FFF2-40B4-BE49-F238E27FC236}">
                <a16:creationId xmlns:a16="http://schemas.microsoft.com/office/drawing/2014/main" id="{2A682216-3BAA-4396-8704-1611B871226E}"/>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439670" y="211266"/>
            <a:ext cx="1210866" cy="980225"/>
          </a:xfrm>
          <a:prstGeom prst="rect">
            <a:avLst/>
          </a:prstGeom>
        </p:spPr>
      </p:pic>
    </p:spTree>
    <p:extLst>
      <p:ext uri="{BB962C8B-B14F-4D97-AF65-F5344CB8AC3E}">
        <p14:creationId xmlns:p14="http://schemas.microsoft.com/office/powerpoint/2010/main" val="418990049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EPARADOR 1">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4547C62B-5FB7-49C7-9A84-0B392105DEAE}"/>
              </a:ext>
            </a:extLst>
          </p:cNvPr>
          <p:cNvSpPr/>
          <p:nvPr userDrawn="1"/>
        </p:nvSpPr>
        <p:spPr>
          <a:xfrm>
            <a:off x="0" y="0"/>
            <a:ext cx="12206514" cy="6858000"/>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21" name="Marcador de texto 20">
            <a:extLst>
              <a:ext uri="{FF2B5EF4-FFF2-40B4-BE49-F238E27FC236}">
                <a16:creationId xmlns:a16="http://schemas.microsoft.com/office/drawing/2014/main" id="{E2ABD526-70E1-5F50-81E8-B8B51106BEB9}"/>
              </a:ext>
            </a:extLst>
          </p:cNvPr>
          <p:cNvSpPr>
            <a:spLocks noGrp="1"/>
          </p:cNvSpPr>
          <p:nvPr>
            <p:ph type="body" sz="quarter" idx="13" hasCustomPrompt="1"/>
          </p:nvPr>
        </p:nvSpPr>
        <p:spPr>
          <a:xfrm>
            <a:off x="4677105" y="2338306"/>
            <a:ext cx="2521982" cy="1898360"/>
          </a:xfrm>
          <a:prstGeom prst="rect">
            <a:avLst/>
          </a:prstGeom>
        </p:spPr>
        <p:txBody>
          <a:bodyPr anchor="ctr"/>
          <a:lstStyle>
            <a:lvl1pPr marL="0" indent="0" algn="ctr">
              <a:buNone/>
              <a:defRPr sz="3200" b="1" i="1">
                <a:solidFill>
                  <a:schemeClr val="bg1"/>
                </a:solidFill>
                <a:latin typeface="Barlow Condensed SemiBold" pitchFamily="2" charset="77"/>
              </a:defRPr>
            </a:lvl1pPr>
          </a:lstStyle>
          <a:p>
            <a:pPr lvl="0"/>
            <a:r>
              <a:rPr lang="es-MX"/>
              <a:t>Lorem ipsum dolor sit amet, consectetur.</a:t>
            </a:r>
            <a:endParaRPr lang="es-CL"/>
          </a:p>
        </p:txBody>
      </p:sp>
      <p:pic>
        <p:nvPicPr>
          <p:cNvPr id="6" name="Imagen 5">
            <a:extLst>
              <a:ext uri="{FF2B5EF4-FFF2-40B4-BE49-F238E27FC236}">
                <a16:creationId xmlns:a16="http://schemas.microsoft.com/office/drawing/2014/main" id="{B2B74515-CFF7-9B99-CC23-FF2D3D1B8CE2}"/>
              </a:ext>
            </a:extLst>
          </p:cNvPr>
          <p:cNvPicPr>
            <a:picLocks noChangeAspect="1"/>
          </p:cNvPicPr>
          <p:nvPr userDrawn="1"/>
        </p:nvPicPr>
        <p:blipFill>
          <a:blip r:embed="rId2"/>
          <a:stretch>
            <a:fillRect/>
          </a:stretch>
        </p:blipFill>
        <p:spPr>
          <a:xfrm>
            <a:off x="390854" y="6278018"/>
            <a:ext cx="3934403" cy="177546"/>
          </a:xfrm>
          <a:prstGeom prst="rect">
            <a:avLst/>
          </a:prstGeom>
        </p:spPr>
      </p:pic>
      <p:sp>
        <p:nvSpPr>
          <p:cNvPr id="7" name="Rectángulo 6">
            <a:extLst>
              <a:ext uri="{FF2B5EF4-FFF2-40B4-BE49-F238E27FC236}">
                <a16:creationId xmlns:a16="http://schemas.microsoft.com/office/drawing/2014/main" id="{EB77429D-E842-5E20-F779-7858F184D455}"/>
              </a:ext>
            </a:extLst>
          </p:cNvPr>
          <p:cNvSpPr/>
          <p:nvPr userDrawn="1"/>
        </p:nvSpPr>
        <p:spPr>
          <a:xfrm>
            <a:off x="3702896" y="1785258"/>
            <a:ext cx="4470400" cy="3004457"/>
          </a:xfrm>
          <a:prstGeom prst="rect">
            <a:avLst/>
          </a:prstGeom>
          <a:no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pic>
        <p:nvPicPr>
          <p:cNvPr id="3" name="Imagen 2">
            <a:extLst>
              <a:ext uri="{FF2B5EF4-FFF2-40B4-BE49-F238E27FC236}">
                <a16:creationId xmlns:a16="http://schemas.microsoft.com/office/drawing/2014/main" id="{180AB544-4588-8EAA-FB2F-D5D16E9D1FF7}"/>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581025" y="208298"/>
            <a:ext cx="1198599" cy="970295"/>
          </a:xfrm>
          <a:prstGeom prst="rect">
            <a:avLst/>
          </a:prstGeom>
        </p:spPr>
      </p:pic>
    </p:spTree>
    <p:extLst>
      <p:ext uri="{BB962C8B-B14F-4D97-AF65-F5344CB8AC3E}">
        <p14:creationId xmlns:p14="http://schemas.microsoft.com/office/powerpoint/2010/main" val="100793202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IERRE">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4547C62B-5FB7-49C7-9A84-0B392105DEAE}"/>
              </a:ext>
            </a:extLst>
          </p:cNvPr>
          <p:cNvSpPr/>
          <p:nvPr userDrawn="1"/>
        </p:nvSpPr>
        <p:spPr>
          <a:xfrm>
            <a:off x="-1" y="0"/>
            <a:ext cx="3814430" cy="6858000"/>
          </a:xfrm>
          <a:prstGeom prst="rect">
            <a:avLst/>
          </a:prstGeom>
          <a:solidFill>
            <a:srgbClr val="E1251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9" name="Marcador de texto 18">
            <a:extLst>
              <a:ext uri="{FF2B5EF4-FFF2-40B4-BE49-F238E27FC236}">
                <a16:creationId xmlns:a16="http://schemas.microsoft.com/office/drawing/2014/main" id="{B0B306DE-2B00-A026-2918-6A70A68504EC}"/>
              </a:ext>
            </a:extLst>
          </p:cNvPr>
          <p:cNvSpPr>
            <a:spLocks noGrp="1"/>
          </p:cNvSpPr>
          <p:nvPr>
            <p:ph type="body" sz="quarter" idx="12" hasCustomPrompt="1"/>
          </p:nvPr>
        </p:nvSpPr>
        <p:spPr>
          <a:xfrm>
            <a:off x="4529135" y="2479820"/>
            <a:ext cx="6792009" cy="1337436"/>
          </a:xfrm>
          <a:prstGeom prst="rect">
            <a:avLst/>
          </a:prstGeom>
        </p:spPr>
        <p:txBody>
          <a:bodyPr/>
          <a:lstStyle>
            <a:lvl1pPr marL="0" indent="0" algn="just">
              <a:lnSpc>
                <a:spcPct val="150000"/>
              </a:lnSpc>
              <a:buNone/>
              <a:defRPr sz="5400" b="1" i="1">
                <a:solidFill>
                  <a:schemeClr val="tx1">
                    <a:lumMod val="65000"/>
                    <a:lumOff val="35000"/>
                  </a:schemeClr>
                </a:solidFill>
                <a:latin typeface="Montserrat SemiBold" pitchFamily="2" charset="77"/>
              </a:defRPr>
            </a:lvl1pPr>
          </a:lstStyle>
          <a:p>
            <a:pPr lvl="0"/>
            <a:r>
              <a:rPr lang="es-MX"/>
              <a:t>¡Hasta la Próxima!</a:t>
            </a:r>
          </a:p>
        </p:txBody>
      </p:sp>
      <p:sp>
        <p:nvSpPr>
          <p:cNvPr id="21" name="Marcador de texto 20">
            <a:extLst>
              <a:ext uri="{FF2B5EF4-FFF2-40B4-BE49-F238E27FC236}">
                <a16:creationId xmlns:a16="http://schemas.microsoft.com/office/drawing/2014/main" id="{E2ABD526-70E1-5F50-81E8-B8B51106BEB9}"/>
              </a:ext>
            </a:extLst>
          </p:cNvPr>
          <p:cNvSpPr>
            <a:spLocks noGrp="1"/>
          </p:cNvSpPr>
          <p:nvPr>
            <p:ph type="body" sz="quarter" idx="13" hasCustomPrompt="1"/>
          </p:nvPr>
        </p:nvSpPr>
        <p:spPr>
          <a:xfrm>
            <a:off x="479309" y="2479820"/>
            <a:ext cx="2855809" cy="1337436"/>
          </a:xfrm>
          <a:prstGeom prst="rect">
            <a:avLst/>
          </a:prstGeom>
        </p:spPr>
        <p:txBody>
          <a:bodyPr/>
          <a:lstStyle>
            <a:lvl1pPr marL="0" indent="0">
              <a:buNone/>
              <a:defRPr sz="3200" b="1" i="1">
                <a:solidFill>
                  <a:schemeClr val="bg1"/>
                </a:solidFill>
                <a:latin typeface="Barlow Condensed SemiBold" pitchFamily="2" charset="77"/>
              </a:defRPr>
            </a:lvl1pPr>
          </a:lstStyle>
          <a:p>
            <a:pPr lvl="0"/>
            <a:r>
              <a:rPr lang="es-MX"/>
              <a:t>Contacto:</a:t>
            </a:r>
          </a:p>
          <a:p>
            <a:pPr lvl="0"/>
            <a:r>
              <a:rPr lang="es-MX"/>
              <a:t>lorem@ipsum.com</a:t>
            </a:r>
            <a:endParaRPr lang="es-CL"/>
          </a:p>
        </p:txBody>
      </p:sp>
      <p:sp>
        <p:nvSpPr>
          <p:cNvPr id="5" name="Flecha: pentágono 8">
            <a:extLst>
              <a:ext uri="{FF2B5EF4-FFF2-40B4-BE49-F238E27FC236}">
                <a16:creationId xmlns:a16="http://schemas.microsoft.com/office/drawing/2014/main" id="{E450C363-9B4B-A2B5-F085-23E27198F97A}"/>
              </a:ext>
            </a:extLst>
          </p:cNvPr>
          <p:cNvSpPr/>
          <p:nvPr userDrawn="1"/>
        </p:nvSpPr>
        <p:spPr>
          <a:xfrm rot="5400000">
            <a:off x="349190" y="130119"/>
            <a:ext cx="888525" cy="628287"/>
          </a:xfrm>
          <a:custGeom>
            <a:avLst/>
            <a:gdLst>
              <a:gd name="connsiteX0" fmla="*/ 0 w 815666"/>
              <a:gd name="connsiteY0" fmla="*/ 0 h 628287"/>
              <a:gd name="connsiteX1" fmla="*/ 501523 w 815666"/>
              <a:gd name="connsiteY1" fmla="*/ 0 h 628287"/>
              <a:gd name="connsiteX2" fmla="*/ 815666 w 815666"/>
              <a:gd name="connsiteY2" fmla="*/ 314144 h 628287"/>
              <a:gd name="connsiteX3" fmla="*/ 501523 w 815666"/>
              <a:gd name="connsiteY3" fmla="*/ 628287 h 628287"/>
              <a:gd name="connsiteX4" fmla="*/ 0 w 815666"/>
              <a:gd name="connsiteY4" fmla="*/ 628287 h 628287"/>
              <a:gd name="connsiteX5" fmla="*/ 0 w 815666"/>
              <a:gd name="connsiteY5" fmla="*/ 0 h 628287"/>
              <a:gd name="connsiteX0" fmla="*/ 0 w 703526"/>
              <a:gd name="connsiteY0" fmla="*/ 0 h 628287"/>
              <a:gd name="connsiteX1" fmla="*/ 501523 w 703526"/>
              <a:gd name="connsiteY1" fmla="*/ 0 h 628287"/>
              <a:gd name="connsiteX2" fmla="*/ 703526 w 703526"/>
              <a:gd name="connsiteY2" fmla="*/ 314144 h 628287"/>
              <a:gd name="connsiteX3" fmla="*/ 501523 w 703526"/>
              <a:gd name="connsiteY3" fmla="*/ 628287 h 628287"/>
              <a:gd name="connsiteX4" fmla="*/ 0 w 703526"/>
              <a:gd name="connsiteY4" fmla="*/ 628287 h 628287"/>
              <a:gd name="connsiteX5" fmla="*/ 0 w 703526"/>
              <a:gd name="connsiteY5" fmla="*/ 0 h 628287"/>
              <a:gd name="connsiteX0" fmla="*/ 0 w 614097"/>
              <a:gd name="connsiteY0" fmla="*/ 0 h 628287"/>
              <a:gd name="connsiteX1" fmla="*/ 501523 w 614097"/>
              <a:gd name="connsiteY1" fmla="*/ 0 h 628287"/>
              <a:gd name="connsiteX2" fmla="*/ 614097 w 614097"/>
              <a:gd name="connsiteY2" fmla="*/ 305518 h 628287"/>
              <a:gd name="connsiteX3" fmla="*/ 501523 w 614097"/>
              <a:gd name="connsiteY3" fmla="*/ 628287 h 628287"/>
              <a:gd name="connsiteX4" fmla="*/ 0 w 614097"/>
              <a:gd name="connsiteY4" fmla="*/ 628287 h 628287"/>
              <a:gd name="connsiteX5" fmla="*/ 0 w 614097"/>
              <a:gd name="connsiteY5" fmla="*/ 0 h 628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14097" h="628287">
                <a:moveTo>
                  <a:pt x="0" y="0"/>
                </a:moveTo>
                <a:lnTo>
                  <a:pt x="501523" y="0"/>
                </a:lnTo>
                <a:lnTo>
                  <a:pt x="614097" y="305518"/>
                </a:lnTo>
                <a:lnTo>
                  <a:pt x="501523" y="628287"/>
                </a:lnTo>
                <a:lnTo>
                  <a:pt x="0" y="628287"/>
                </a:lnTo>
                <a:lnTo>
                  <a:pt x="0" y="0"/>
                </a:lnTo>
                <a:close/>
              </a:path>
            </a:pathLst>
          </a:cu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ln>
                <a:noFill/>
              </a:ln>
              <a:noFill/>
            </a:endParaRPr>
          </a:p>
        </p:txBody>
      </p:sp>
    </p:spTree>
    <p:extLst>
      <p:ext uri="{BB962C8B-B14F-4D97-AF65-F5344CB8AC3E}">
        <p14:creationId xmlns:p14="http://schemas.microsoft.com/office/powerpoint/2010/main" val="86556331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CIERRE">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4547C62B-5FB7-49C7-9A84-0B392105DEAE}"/>
              </a:ext>
            </a:extLst>
          </p:cNvPr>
          <p:cNvSpPr/>
          <p:nvPr userDrawn="1"/>
        </p:nvSpPr>
        <p:spPr>
          <a:xfrm>
            <a:off x="-1" y="0"/>
            <a:ext cx="3814430" cy="685800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9" name="Marcador de texto 18">
            <a:extLst>
              <a:ext uri="{FF2B5EF4-FFF2-40B4-BE49-F238E27FC236}">
                <a16:creationId xmlns:a16="http://schemas.microsoft.com/office/drawing/2014/main" id="{B0B306DE-2B00-A026-2918-6A70A68504EC}"/>
              </a:ext>
            </a:extLst>
          </p:cNvPr>
          <p:cNvSpPr>
            <a:spLocks noGrp="1"/>
          </p:cNvSpPr>
          <p:nvPr>
            <p:ph type="body" sz="quarter" idx="12" hasCustomPrompt="1"/>
          </p:nvPr>
        </p:nvSpPr>
        <p:spPr>
          <a:xfrm>
            <a:off x="4529135" y="2479820"/>
            <a:ext cx="6792009" cy="1337436"/>
          </a:xfrm>
          <a:prstGeom prst="rect">
            <a:avLst/>
          </a:prstGeom>
        </p:spPr>
        <p:txBody>
          <a:bodyPr/>
          <a:lstStyle>
            <a:lvl1pPr marL="0" indent="0" algn="just">
              <a:lnSpc>
                <a:spcPct val="150000"/>
              </a:lnSpc>
              <a:buNone/>
              <a:defRPr sz="5400" b="1" i="1">
                <a:solidFill>
                  <a:schemeClr val="tx1">
                    <a:lumMod val="65000"/>
                    <a:lumOff val="35000"/>
                  </a:schemeClr>
                </a:solidFill>
                <a:latin typeface="Montserrat SemiBold" pitchFamily="2" charset="77"/>
              </a:defRPr>
            </a:lvl1pPr>
          </a:lstStyle>
          <a:p>
            <a:pPr lvl="0"/>
            <a:r>
              <a:rPr lang="es-MX"/>
              <a:t>¡Hasta la Próxima!</a:t>
            </a:r>
          </a:p>
        </p:txBody>
      </p:sp>
      <p:sp>
        <p:nvSpPr>
          <p:cNvPr id="21" name="Marcador de texto 20">
            <a:extLst>
              <a:ext uri="{FF2B5EF4-FFF2-40B4-BE49-F238E27FC236}">
                <a16:creationId xmlns:a16="http://schemas.microsoft.com/office/drawing/2014/main" id="{E2ABD526-70E1-5F50-81E8-B8B51106BEB9}"/>
              </a:ext>
            </a:extLst>
          </p:cNvPr>
          <p:cNvSpPr>
            <a:spLocks noGrp="1"/>
          </p:cNvSpPr>
          <p:nvPr>
            <p:ph type="body" sz="quarter" idx="13" hasCustomPrompt="1"/>
          </p:nvPr>
        </p:nvSpPr>
        <p:spPr>
          <a:xfrm>
            <a:off x="479309" y="2479820"/>
            <a:ext cx="2855809" cy="1337436"/>
          </a:xfrm>
          <a:prstGeom prst="rect">
            <a:avLst/>
          </a:prstGeom>
        </p:spPr>
        <p:txBody>
          <a:bodyPr/>
          <a:lstStyle>
            <a:lvl1pPr marL="0" indent="0">
              <a:buNone/>
              <a:defRPr sz="3200" b="1" i="1">
                <a:solidFill>
                  <a:srgbClr val="3D3935"/>
                </a:solidFill>
                <a:latin typeface="Barlow Condensed SemiBold" pitchFamily="2" charset="77"/>
              </a:defRPr>
            </a:lvl1pPr>
          </a:lstStyle>
          <a:p>
            <a:pPr lvl="0"/>
            <a:r>
              <a:rPr lang="es-MX"/>
              <a:t>Contacto:</a:t>
            </a:r>
          </a:p>
          <a:p>
            <a:pPr lvl="0"/>
            <a:r>
              <a:rPr lang="es-MX"/>
              <a:t>lorem@ipsum.com</a:t>
            </a:r>
            <a:endParaRPr lang="es-CL"/>
          </a:p>
        </p:txBody>
      </p:sp>
      <p:sp>
        <p:nvSpPr>
          <p:cNvPr id="4" name="Flecha: pentágono 8">
            <a:extLst>
              <a:ext uri="{FF2B5EF4-FFF2-40B4-BE49-F238E27FC236}">
                <a16:creationId xmlns:a16="http://schemas.microsoft.com/office/drawing/2014/main" id="{F00F2415-2900-C430-57F5-41FC50AFFA97}"/>
              </a:ext>
            </a:extLst>
          </p:cNvPr>
          <p:cNvSpPr/>
          <p:nvPr userDrawn="1"/>
        </p:nvSpPr>
        <p:spPr>
          <a:xfrm rot="5400000">
            <a:off x="349190" y="130119"/>
            <a:ext cx="888525" cy="628287"/>
          </a:xfrm>
          <a:custGeom>
            <a:avLst/>
            <a:gdLst>
              <a:gd name="connsiteX0" fmla="*/ 0 w 815666"/>
              <a:gd name="connsiteY0" fmla="*/ 0 h 628287"/>
              <a:gd name="connsiteX1" fmla="*/ 501523 w 815666"/>
              <a:gd name="connsiteY1" fmla="*/ 0 h 628287"/>
              <a:gd name="connsiteX2" fmla="*/ 815666 w 815666"/>
              <a:gd name="connsiteY2" fmla="*/ 314144 h 628287"/>
              <a:gd name="connsiteX3" fmla="*/ 501523 w 815666"/>
              <a:gd name="connsiteY3" fmla="*/ 628287 h 628287"/>
              <a:gd name="connsiteX4" fmla="*/ 0 w 815666"/>
              <a:gd name="connsiteY4" fmla="*/ 628287 h 628287"/>
              <a:gd name="connsiteX5" fmla="*/ 0 w 815666"/>
              <a:gd name="connsiteY5" fmla="*/ 0 h 628287"/>
              <a:gd name="connsiteX0" fmla="*/ 0 w 703526"/>
              <a:gd name="connsiteY0" fmla="*/ 0 h 628287"/>
              <a:gd name="connsiteX1" fmla="*/ 501523 w 703526"/>
              <a:gd name="connsiteY1" fmla="*/ 0 h 628287"/>
              <a:gd name="connsiteX2" fmla="*/ 703526 w 703526"/>
              <a:gd name="connsiteY2" fmla="*/ 314144 h 628287"/>
              <a:gd name="connsiteX3" fmla="*/ 501523 w 703526"/>
              <a:gd name="connsiteY3" fmla="*/ 628287 h 628287"/>
              <a:gd name="connsiteX4" fmla="*/ 0 w 703526"/>
              <a:gd name="connsiteY4" fmla="*/ 628287 h 628287"/>
              <a:gd name="connsiteX5" fmla="*/ 0 w 703526"/>
              <a:gd name="connsiteY5" fmla="*/ 0 h 628287"/>
              <a:gd name="connsiteX0" fmla="*/ 0 w 614097"/>
              <a:gd name="connsiteY0" fmla="*/ 0 h 628287"/>
              <a:gd name="connsiteX1" fmla="*/ 501523 w 614097"/>
              <a:gd name="connsiteY1" fmla="*/ 0 h 628287"/>
              <a:gd name="connsiteX2" fmla="*/ 614097 w 614097"/>
              <a:gd name="connsiteY2" fmla="*/ 305518 h 628287"/>
              <a:gd name="connsiteX3" fmla="*/ 501523 w 614097"/>
              <a:gd name="connsiteY3" fmla="*/ 628287 h 628287"/>
              <a:gd name="connsiteX4" fmla="*/ 0 w 614097"/>
              <a:gd name="connsiteY4" fmla="*/ 628287 h 628287"/>
              <a:gd name="connsiteX5" fmla="*/ 0 w 614097"/>
              <a:gd name="connsiteY5" fmla="*/ 0 h 628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14097" h="628287">
                <a:moveTo>
                  <a:pt x="0" y="0"/>
                </a:moveTo>
                <a:lnTo>
                  <a:pt x="501523" y="0"/>
                </a:lnTo>
                <a:lnTo>
                  <a:pt x="614097" y="305518"/>
                </a:lnTo>
                <a:lnTo>
                  <a:pt x="501523" y="628287"/>
                </a:lnTo>
                <a:lnTo>
                  <a:pt x="0" y="628287"/>
                </a:lnTo>
                <a:lnTo>
                  <a:pt x="0" y="0"/>
                </a:lnTo>
                <a:close/>
              </a:path>
            </a:pathLst>
          </a:custGeom>
          <a:solidFill>
            <a:srgbClr val="E1251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ln>
                <a:noFill/>
              </a:ln>
              <a:noFill/>
            </a:endParaRPr>
          </a:p>
        </p:txBody>
      </p:sp>
    </p:spTree>
    <p:extLst>
      <p:ext uri="{BB962C8B-B14F-4D97-AF65-F5344CB8AC3E}">
        <p14:creationId xmlns:p14="http://schemas.microsoft.com/office/powerpoint/2010/main" val="291057037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_CIERRE">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4547C62B-5FB7-49C7-9A84-0B392105DEAE}"/>
              </a:ext>
            </a:extLst>
          </p:cNvPr>
          <p:cNvSpPr/>
          <p:nvPr userDrawn="1"/>
        </p:nvSpPr>
        <p:spPr>
          <a:xfrm>
            <a:off x="-1" y="0"/>
            <a:ext cx="3814430" cy="6858000"/>
          </a:xfrm>
          <a:prstGeom prst="rect">
            <a:avLst/>
          </a:prstGeom>
          <a:solidFill>
            <a:schemeClr val="tx1">
              <a:lumMod val="85000"/>
              <a:lumOff val="1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9" name="Marcador de texto 18">
            <a:extLst>
              <a:ext uri="{FF2B5EF4-FFF2-40B4-BE49-F238E27FC236}">
                <a16:creationId xmlns:a16="http://schemas.microsoft.com/office/drawing/2014/main" id="{B0B306DE-2B00-A026-2918-6A70A68504EC}"/>
              </a:ext>
            </a:extLst>
          </p:cNvPr>
          <p:cNvSpPr>
            <a:spLocks noGrp="1"/>
          </p:cNvSpPr>
          <p:nvPr>
            <p:ph type="body" sz="quarter" idx="12" hasCustomPrompt="1"/>
          </p:nvPr>
        </p:nvSpPr>
        <p:spPr>
          <a:xfrm>
            <a:off x="4529135" y="2479820"/>
            <a:ext cx="6792009" cy="1337436"/>
          </a:xfrm>
          <a:prstGeom prst="rect">
            <a:avLst/>
          </a:prstGeom>
        </p:spPr>
        <p:txBody>
          <a:bodyPr/>
          <a:lstStyle>
            <a:lvl1pPr marL="0" indent="0" algn="just">
              <a:lnSpc>
                <a:spcPct val="150000"/>
              </a:lnSpc>
              <a:buNone/>
              <a:defRPr sz="5400" b="1" i="1">
                <a:solidFill>
                  <a:schemeClr val="tx1">
                    <a:lumMod val="65000"/>
                    <a:lumOff val="35000"/>
                  </a:schemeClr>
                </a:solidFill>
                <a:latin typeface="Montserrat SemiBold" pitchFamily="2" charset="77"/>
              </a:defRPr>
            </a:lvl1pPr>
          </a:lstStyle>
          <a:p>
            <a:pPr lvl="0"/>
            <a:r>
              <a:rPr lang="es-MX"/>
              <a:t>¡Hasta la Próxima!</a:t>
            </a:r>
          </a:p>
        </p:txBody>
      </p:sp>
      <p:sp>
        <p:nvSpPr>
          <p:cNvPr id="21" name="Marcador de texto 20">
            <a:extLst>
              <a:ext uri="{FF2B5EF4-FFF2-40B4-BE49-F238E27FC236}">
                <a16:creationId xmlns:a16="http://schemas.microsoft.com/office/drawing/2014/main" id="{E2ABD526-70E1-5F50-81E8-B8B51106BEB9}"/>
              </a:ext>
            </a:extLst>
          </p:cNvPr>
          <p:cNvSpPr>
            <a:spLocks noGrp="1"/>
          </p:cNvSpPr>
          <p:nvPr>
            <p:ph type="body" sz="quarter" idx="13" hasCustomPrompt="1"/>
          </p:nvPr>
        </p:nvSpPr>
        <p:spPr>
          <a:xfrm>
            <a:off x="479309" y="2479820"/>
            <a:ext cx="2855809" cy="1337436"/>
          </a:xfrm>
          <a:prstGeom prst="rect">
            <a:avLst/>
          </a:prstGeom>
        </p:spPr>
        <p:txBody>
          <a:bodyPr/>
          <a:lstStyle>
            <a:lvl1pPr marL="0" indent="0">
              <a:buNone/>
              <a:defRPr sz="3200" b="1" i="1">
                <a:solidFill>
                  <a:schemeClr val="bg1"/>
                </a:solidFill>
                <a:latin typeface="Barlow Condensed SemiBold" pitchFamily="2" charset="77"/>
              </a:defRPr>
            </a:lvl1pPr>
          </a:lstStyle>
          <a:p>
            <a:pPr lvl="0"/>
            <a:r>
              <a:rPr lang="es-MX"/>
              <a:t>Contacto:</a:t>
            </a:r>
          </a:p>
          <a:p>
            <a:pPr lvl="0"/>
            <a:r>
              <a:rPr lang="es-MX"/>
              <a:t>lorem@ipsum.com</a:t>
            </a:r>
            <a:endParaRPr lang="es-CL"/>
          </a:p>
        </p:txBody>
      </p:sp>
      <p:sp>
        <p:nvSpPr>
          <p:cNvPr id="4" name="Flecha: pentágono 8">
            <a:extLst>
              <a:ext uri="{FF2B5EF4-FFF2-40B4-BE49-F238E27FC236}">
                <a16:creationId xmlns:a16="http://schemas.microsoft.com/office/drawing/2014/main" id="{554AFA99-47E6-0AAD-DD4C-403B2C742F62}"/>
              </a:ext>
            </a:extLst>
          </p:cNvPr>
          <p:cNvSpPr/>
          <p:nvPr userDrawn="1"/>
        </p:nvSpPr>
        <p:spPr>
          <a:xfrm rot="5400000">
            <a:off x="349190" y="130119"/>
            <a:ext cx="888525" cy="628287"/>
          </a:xfrm>
          <a:custGeom>
            <a:avLst/>
            <a:gdLst>
              <a:gd name="connsiteX0" fmla="*/ 0 w 815666"/>
              <a:gd name="connsiteY0" fmla="*/ 0 h 628287"/>
              <a:gd name="connsiteX1" fmla="*/ 501523 w 815666"/>
              <a:gd name="connsiteY1" fmla="*/ 0 h 628287"/>
              <a:gd name="connsiteX2" fmla="*/ 815666 w 815666"/>
              <a:gd name="connsiteY2" fmla="*/ 314144 h 628287"/>
              <a:gd name="connsiteX3" fmla="*/ 501523 w 815666"/>
              <a:gd name="connsiteY3" fmla="*/ 628287 h 628287"/>
              <a:gd name="connsiteX4" fmla="*/ 0 w 815666"/>
              <a:gd name="connsiteY4" fmla="*/ 628287 h 628287"/>
              <a:gd name="connsiteX5" fmla="*/ 0 w 815666"/>
              <a:gd name="connsiteY5" fmla="*/ 0 h 628287"/>
              <a:gd name="connsiteX0" fmla="*/ 0 w 703526"/>
              <a:gd name="connsiteY0" fmla="*/ 0 h 628287"/>
              <a:gd name="connsiteX1" fmla="*/ 501523 w 703526"/>
              <a:gd name="connsiteY1" fmla="*/ 0 h 628287"/>
              <a:gd name="connsiteX2" fmla="*/ 703526 w 703526"/>
              <a:gd name="connsiteY2" fmla="*/ 314144 h 628287"/>
              <a:gd name="connsiteX3" fmla="*/ 501523 w 703526"/>
              <a:gd name="connsiteY3" fmla="*/ 628287 h 628287"/>
              <a:gd name="connsiteX4" fmla="*/ 0 w 703526"/>
              <a:gd name="connsiteY4" fmla="*/ 628287 h 628287"/>
              <a:gd name="connsiteX5" fmla="*/ 0 w 703526"/>
              <a:gd name="connsiteY5" fmla="*/ 0 h 628287"/>
              <a:gd name="connsiteX0" fmla="*/ 0 w 614097"/>
              <a:gd name="connsiteY0" fmla="*/ 0 h 628287"/>
              <a:gd name="connsiteX1" fmla="*/ 501523 w 614097"/>
              <a:gd name="connsiteY1" fmla="*/ 0 h 628287"/>
              <a:gd name="connsiteX2" fmla="*/ 614097 w 614097"/>
              <a:gd name="connsiteY2" fmla="*/ 305518 h 628287"/>
              <a:gd name="connsiteX3" fmla="*/ 501523 w 614097"/>
              <a:gd name="connsiteY3" fmla="*/ 628287 h 628287"/>
              <a:gd name="connsiteX4" fmla="*/ 0 w 614097"/>
              <a:gd name="connsiteY4" fmla="*/ 628287 h 628287"/>
              <a:gd name="connsiteX5" fmla="*/ 0 w 614097"/>
              <a:gd name="connsiteY5" fmla="*/ 0 h 628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14097" h="628287">
                <a:moveTo>
                  <a:pt x="0" y="0"/>
                </a:moveTo>
                <a:lnTo>
                  <a:pt x="501523" y="0"/>
                </a:lnTo>
                <a:lnTo>
                  <a:pt x="614097" y="305518"/>
                </a:lnTo>
                <a:lnTo>
                  <a:pt x="501523" y="628287"/>
                </a:lnTo>
                <a:lnTo>
                  <a:pt x="0" y="628287"/>
                </a:lnTo>
                <a:lnTo>
                  <a:pt x="0" y="0"/>
                </a:lnTo>
                <a:close/>
              </a:path>
            </a:pathLst>
          </a:custGeom>
          <a:solidFill>
            <a:srgbClr val="E1251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ln>
                <a:noFill/>
              </a:ln>
              <a:noFill/>
            </a:endParaRPr>
          </a:p>
        </p:txBody>
      </p:sp>
    </p:spTree>
    <p:extLst>
      <p:ext uri="{BB962C8B-B14F-4D97-AF65-F5344CB8AC3E}">
        <p14:creationId xmlns:p14="http://schemas.microsoft.com/office/powerpoint/2010/main" val="7281039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3" Type="http://schemas.openxmlformats.org/officeDocument/2006/relationships/slideLayout" Target="../slideLayouts/slideLayout11.xml"/><Relationship Id="rId7" Type="http://schemas.openxmlformats.org/officeDocument/2006/relationships/slideLayout" Target="../slideLayouts/slideLayout15.xml"/><Relationship Id="rId12" Type="http://schemas.openxmlformats.org/officeDocument/2006/relationships/theme" Target="../theme/theme2.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5" Type="http://schemas.openxmlformats.org/officeDocument/2006/relationships/slideLayout" Target="../slideLayouts/slideLayout13.xml"/><Relationship Id="rId10" Type="http://schemas.openxmlformats.org/officeDocument/2006/relationships/slideLayout" Target="../slideLayouts/slideLayout18.xml"/><Relationship Id="rId4" Type="http://schemas.openxmlformats.org/officeDocument/2006/relationships/slideLayout" Target="../slideLayouts/slideLayout12.xml"/><Relationship Id="rId9" Type="http://schemas.openxmlformats.org/officeDocument/2006/relationships/slideLayout" Target="../slideLayouts/slideLayout17.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22.xml"/><Relationship Id="rId7" Type="http://schemas.openxmlformats.org/officeDocument/2006/relationships/theme" Target="../theme/theme3.xml"/><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slideLayout" Target="../slideLayouts/slideLayout25.xml"/><Relationship Id="rId5" Type="http://schemas.openxmlformats.org/officeDocument/2006/relationships/slideLayout" Target="../slideLayouts/slideLayout24.xml"/><Relationship Id="rId4"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94311154-7E6A-6624-5328-4F7356424E6D}"/>
              </a:ext>
            </a:extLst>
          </p:cNvPr>
          <p:cNvSpPr txBox="1"/>
          <p:nvPr userDrawn="1"/>
        </p:nvSpPr>
        <p:spPr>
          <a:xfrm>
            <a:off x="10733312" y="6291943"/>
            <a:ext cx="1099458" cy="276999"/>
          </a:xfrm>
          <a:prstGeom prst="rect">
            <a:avLst/>
          </a:prstGeom>
          <a:noFill/>
        </p:spPr>
        <p:txBody>
          <a:bodyPr wrap="square" rtlCol="0">
            <a:spAutoFit/>
          </a:bodyPr>
          <a:lstStyle/>
          <a:p>
            <a:pPr algn="r"/>
            <a:fld id="{D2BFBB2E-1F02-E541-926A-CD70F4378D00}" type="slidenum">
              <a:rPr lang="es-CL" sz="1200" b="0" i="0" smtClean="0">
                <a:latin typeface="Montserrat Medium" pitchFamily="2" charset="77"/>
              </a:rPr>
              <a:t>‹#›</a:t>
            </a:fld>
            <a:endParaRPr lang="es-CL" sz="1200" b="0" i="0">
              <a:latin typeface="Montserrat Medium" pitchFamily="2" charset="77"/>
            </a:endParaRPr>
          </a:p>
        </p:txBody>
      </p:sp>
    </p:spTree>
    <p:extLst>
      <p:ext uri="{BB962C8B-B14F-4D97-AF65-F5344CB8AC3E}">
        <p14:creationId xmlns:p14="http://schemas.microsoft.com/office/powerpoint/2010/main" val="975233429"/>
      </p:ext>
    </p:extLst>
  </p:cSld>
  <p:clrMap bg1="lt1" tx1="dk1" bg2="lt2" tx2="dk2" accent1="accent1" accent2="accent2" accent3="accent3" accent4="accent4" accent5="accent5" accent6="accent6" hlink="hlink" folHlink="folHlink"/>
  <p:sldLayoutIdLst>
    <p:sldLayoutId id="2147483659" r:id="rId1"/>
    <p:sldLayoutId id="2147483649" r:id="rId2"/>
    <p:sldLayoutId id="2147483660" r:id="rId3"/>
    <p:sldLayoutId id="2147483669" r:id="rId4"/>
    <p:sldLayoutId id="2147483670" r:id="rId5"/>
    <p:sldLayoutId id="2147483671" r:id="rId6"/>
    <p:sldLayoutId id="2147483672" r:id="rId7"/>
    <p:sldLayoutId id="2147483675" r:id="rId8"/>
  </p:sldLayoutIdLst>
  <p:hf hdr="0" ftr="0" dt="0"/>
  <p:txStyles>
    <p:titleStyle>
      <a:lvl1pPr algn="l" defTabSz="914400" rtl="0" eaLnBrk="1" latinLnBrk="0" hangingPunct="1">
        <a:lnSpc>
          <a:spcPct val="90000"/>
        </a:lnSpc>
        <a:spcBef>
          <a:spcPct val="0"/>
        </a:spcBef>
        <a:buNone/>
        <a:defRPr sz="1800" b="0" i="0" kern="1200">
          <a:solidFill>
            <a:schemeClr val="bg1"/>
          </a:solidFill>
          <a:latin typeface="Montserrat Medium" pitchFamily="2" charset="77"/>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4000" b="1" i="0" kern="1200">
          <a:solidFill>
            <a:schemeClr val="bg1"/>
          </a:solidFill>
          <a:latin typeface="Barlow Condensed ExtraBold"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05956B73-D685-D877-D2D5-2306567BC0A4}"/>
              </a:ext>
            </a:extLst>
          </p:cNvPr>
          <p:cNvSpPr txBox="1"/>
          <p:nvPr userDrawn="1"/>
        </p:nvSpPr>
        <p:spPr>
          <a:xfrm>
            <a:off x="10733312" y="6291943"/>
            <a:ext cx="1099458" cy="276999"/>
          </a:xfrm>
          <a:prstGeom prst="rect">
            <a:avLst/>
          </a:prstGeom>
          <a:noFill/>
        </p:spPr>
        <p:txBody>
          <a:bodyPr wrap="square" rtlCol="0">
            <a:spAutoFit/>
          </a:bodyPr>
          <a:lstStyle/>
          <a:p>
            <a:pPr algn="r"/>
            <a:fld id="{D2BFBB2E-1F02-E541-926A-CD70F4378D00}" type="slidenum">
              <a:rPr lang="es-CL" sz="1200" b="0" i="0" smtClean="0">
                <a:latin typeface="Montserrat Medium" pitchFamily="2" charset="77"/>
              </a:rPr>
              <a:t>‹#›</a:t>
            </a:fld>
            <a:endParaRPr lang="es-CL" sz="1200" b="0" i="0">
              <a:latin typeface="Montserrat Medium" pitchFamily="2" charset="77"/>
            </a:endParaRPr>
          </a:p>
        </p:txBody>
      </p:sp>
    </p:spTree>
    <p:extLst>
      <p:ext uri="{BB962C8B-B14F-4D97-AF65-F5344CB8AC3E}">
        <p14:creationId xmlns:p14="http://schemas.microsoft.com/office/powerpoint/2010/main" val="3596664752"/>
      </p:ext>
    </p:extLst>
  </p:cSld>
  <p:clrMap bg1="lt1" tx1="dk1" bg2="lt2" tx2="dk2" accent1="accent1" accent2="accent2" accent3="accent3" accent4="accent4" accent5="accent5" accent6="accent6" hlink="hlink" folHlink="folHlink"/>
  <p:sldLayoutIdLst>
    <p:sldLayoutId id="2147483651" r:id="rId1"/>
    <p:sldLayoutId id="2147483674" r:id="rId2"/>
    <p:sldLayoutId id="2147483673" r:id="rId3"/>
    <p:sldLayoutId id="2147483652" r:id="rId4"/>
    <p:sldLayoutId id="2147483661" r:id="rId5"/>
    <p:sldLayoutId id="2147483662" r:id="rId6"/>
    <p:sldLayoutId id="2147483654" r:id="rId7"/>
    <p:sldLayoutId id="2147483655" r:id="rId8"/>
    <p:sldLayoutId id="2147483663" r:id="rId9"/>
    <p:sldLayoutId id="2147483667" r:id="rId10"/>
    <p:sldLayoutId id="2147483668"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C8F066B1-1DBB-58C8-AEA0-0036A70622AB}"/>
              </a:ext>
            </a:extLst>
          </p:cNvPr>
          <p:cNvSpPr txBox="1"/>
          <p:nvPr userDrawn="1"/>
        </p:nvSpPr>
        <p:spPr>
          <a:xfrm>
            <a:off x="10733312" y="6291943"/>
            <a:ext cx="1099458" cy="276999"/>
          </a:xfrm>
          <a:prstGeom prst="rect">
            <a:avLst/>
          </a:prstGeom>
          <a:noFill/>
        </p:spPr>
        <p:txBody>
          <a:bodyPr wrap="square" rtlCol="0">
            <a:spAutoFit/>
          </a:bodyPr>
          <a:lstStyle/>
          <a:p>
            <a:pPr algn="r"/>
            <a:fld id="{D2BFBB2E-1F02-E541-926A-CD70F4378D00}" type="slidenum">
              <a:rPr lang="es-CL" sz="1200" b="0" i="0" smtClean="0">
                <a:latin typeface="Montserrat Medium" pitchFamily="2" charset="77"/>
              </a:rPr>
              <a:t>‹#›</a:t>
            </a:fld>
            <a:endParaRPr lang="es-CL" sz="1200" b="0" i="0">
              <a:latin typeface="Montserrat Medium" pitchFamily="2" charset="77"/>
            </a:endParaRPr>
          </a:p>
        </p:txBody>
      </p:sp>
    </p:spTree>
    <p:extLst>
      <p:ext uri="{BB962C8B-B14F-4D97-AF65-F5344CB8AC3E}">
        <p14:creationId xmlns:p14="http://schemas.microsoft.com/office/powerpoint/2010/main" val="1500199829"/>
      </p:ext>
    </p:extLst>
  </p:cSld>
  <p:clrMap bg1="lt1" tx1="dk1" bg2="lt2" tx2="dk2" accent1="accent1" accent2="accent2" accent3="accent3" accent4="accent4" accent5="accent5" accent6="accent6" hlink="hlink" folHlink="folHlink"/>
  <p:sldLayoutIdLst>
    <p:sldLayoutId id="2147483657" r:id="rId1"/>
    <p:sldLayoutId id="2147483664" r:id="rId2"/>
    <p:sldLayoutId id="2147483656" r:id="rId3"/>
    <p:sldLayoutId id="2147483658" r:id="rId4"/>
    <p:sldLayoutId id="2147483665" r:id="rId5"/>
    <p:sldLayoutId id="2147483666" r:id="rId6"/>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hyperlink" Target="https://github.com/FelipeS901/Trabajo-prevencion-incendios" TargetMode="Externa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24.png"/></Relationships>
</file>

<file path=ppt/slides/_rels/slide1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hyperlink" Target="https://notebooklm.google.com/" TargetMode="Externa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E7DB54A-38C7-682D-36DC-503F11409FD4}"/>
              </a:ext>
            </a:extLst>
          </p:cNvPr>
          <p:cNvSpPr>
            <a:spLocks noGrp="1"/>
          </p:cNvSpPr>
          <p:nvPr>
            <p:ph type="title"/>
          </p:nvPr>
        </p:nvSpPr>
        <p:spPr>
          <a:xfrm>
            <a:off x="838199" y="2256277"/>
            <a:ext cx="5105401" cy="370599"/>
          </a:xfrm>
        </p:spPr>
        <p:txBody>
          <a:bodyPr>
            <a:normAutofit fontScale="90000"/>
          </a:bodyPr>
          <a:lstStyle/>
          <a:p>
            <a:r>
              <a:rPr lang="es-CL" i="1"/>
              <a:t>Prototipo con fines estrictamente educativos</a:t>
            </a:r>
          </a:p>
        </p:txBody>
      </p:sp>
      <p:sp>
        <p:nvSpPr>
          <p:cNvPr id="3" name="Marcador de texto 2">
            <a:extLst>
              <a:ext uri="{FF2B5EF4-FFF2-40B4-BE49-F238E27FC236}">
                <a16:creationId xmlns:a16="http://schemas.microsoft.com/office/drawing/2014/main" id="{1387EE7F-D5B2-A3E9-EAAC-23CFE21FEF12}"/>
              </a:ext>
            </a:extLst>
          </p:cNvPr>
          <p:cNvSpPr>
            <a:spLocks noGrp="1"/>
          </p:cNvSpPr>
          <p:nvPr>
            <p:ph type="body" sz="quarter" idx="10"/>
          </p:nvPr>
        </p:nvSpPr>
        <p:spPr>
          <a:xfrm>
            <a:off x="1022070" y="3919102"/>
            <a:ext cx="7879883" cy="911785"/>
          </a:xfrm>
        </p:spPr>
        <p:txBody>
          <a:bodyPr/>
          <a:lstStyle/>
          <a:p>
            <a:r>
              <a:rPr lang="es-CL" b="1"/>
              <a:t>Equipo</a:t>
            </a:r>
            <a:r>
              <a:rPr lang="es-CL"/>
              <a:t>: E33 | Sección: LAB 7</a:t>
            </a:r>
          </a:p>
          <a:p>
            <a:r>
              <a:rPr lang="es-CL" b="1"/>
              <a:t>Integrantes</a:t>
            </a:r>
            <a:r>
              <a:rPr lang="es-CL"/>
              <a:t>: Fiorella Bovet, Victoria Rojas, Felipe Stuardo, Arthur Urtubia, Javier Vidal</a:t>
            </a:r>
          </a:p>
          <a:p>
            <a:r>
              <a:rPr lang="es-CL" b="1"/>
              <a:t>Tutor</a:t>
            </a:r>
            <a:r>
              <a:rPr lang="es-CL"/>
              <a:t>: Reinier Rodríguez Guillén</a:t>
            </a:r>
          </a:p>
          <a:p>
            <a:endParaRPr lang="es-CL"/>
          </a:p>
          <a:p>
            <a:endParaRPr lang="es-CL"/>
          </a:p>
        </p:txBody>
      </p:sp>
      <p:sp>
        <p:nvSpPr>
          <p:cNvPr id="4" name="Marcador de texto 3">
            <a:extLst>
              <a:ext uri="{FF2B5EF4-FFF2-40B4-BE49-F238E27FC236}">
                <a16:creationId xmlns:a16="http://schemas.microsoft.com/office/drawing/2014/main" id="{5232F1F5-7C56-8E25-2AEB-4D8DF0D05014}"/>
              </a:ext>
            </a:extLst>
          </p:cNvPr>
          <p:cNvSpPr>
            <a:spLocks noGrp="1"/>
          </p:cNvSpPr>
          <p:nvPr>
            <p:ph type="body" sz="quarter" idx="12"/>
          </p:nvPr>
        </p:nvSpPr>
        <p:spPr>
          <a:xfrm>
            <a:off x="838199" y="2554069"/>
            <a:ext cx="8063754" cy="984592"/>
          </a:xfrm>
        </p:spPr>
        <p:txBody>
          <a:bodyPr/>
          <a:lstStyle/>
          <a:p>
            <a:r>
              <a:rPr lang="es-CL" b="0"/>
              <a:t>Detección Temprana de Incendios Forestales</a:t>
            </a:r>
            <a:endParaRPr lang="es-CL"/>
          </a:p>
        </p:txBody>
      </p:sp>
    </p:spTree>
    <p:extLst>
      <p:ext uri="{BB962C8B-B14F-4D97-AF65-F5344CB8AC3E}">
        <p14:creationId xmlns:p14="http://schemas.microsoft.com/office/powerpoint/2010/main" val="41239918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88601E83-A6DC-DBA2-D2C0-5342D1997001}"/>
              </a:ext>
            </a:extLst>
          </p:cNvPr>
          <p:cNvSpPr>
            <a:spLocks noGrp="1"/>
          </p:cNvSpPr>
          <p:nvPr>
            <p:ph type="body" sz="quarter" idx="10"/>
          </p:nvPr>
        </p:nvSpPr>
        <p:spPr/>
        <p:txBody>
          <a:bodyPr/>
          <a:lstStyle/>
          <a:p>
            <a:r>
              <a:rPr lang="es-CL"/>
              <a:t>Introducción</a:t>
            </a:r>
          </a:p>
        </p:txBody>
      </p:sp>
      <p:sp>
        <p:nvSpPr>
          <p:cNvPr id="4" name="Marcador de texto 3">
            <a:extLst>
              <a:ext uri="{FF2B5EF4-FFF2-40B4-BE49-F238E27FC236}">
                <a16:creationId xmlns:a16="http://schemas.microsoft.com/office/drawing/2014/main" id="{97B51407-D42F-A3E0-659D-6AEC99599855}"/>
              </a:ext>
            </a:extLst>
          </p:cNvPr>
          <p:cNvSpPr>
            <a:spLocks noGrp="1"/>
          </p:cNvSpPr>
          <p:nvPr>
            <p:ph type="body" sz="quarter" idx="12"/>
          </p:nvPr>
        </p:nvSpPr>
        <p:spPr>
          <a:xfrm>
            <a:off x="5084618" y="2499786"/>
            <a:ext cx="5988423" cy="2575603"/>
          </a:xfrm>
        </p:spPr>
        <p:txBody>
          <a:bodyPr/>
          <a:lstStyle/>
          <a:p>
            <a:pPr marL="285750" indent="-285750">
              <a:buFont typeface="Arial" panose="020B0604020202020204" pitchFamily="34" charset="0"/>
              <a:buChar char="•"/>
            </a:pPr>
            <a:r>
              <a:rPr lang="es-CL"/>
              <a:t>El aumento de temperatura global (+1.5 °C) exacerba la vulnerabilidad de ecosistemas forestales.</a:t>
            </a:r>
          </a:p>
          <a:p>
            <a:pPr marL="285750" indent="-285750">
              <a:buFont typeface="Arial" panose="020B0604020202020204" pitchFamily="34" charset="0"/>
              <a:buChar char="•"/>
            </a:pPr>
            <a:r>
              <a:rPr lang="es-CL"/>
              <a:t>Métodos satelitales y aéreos (UAV) presentan alta latencia y fallas bajo nubosidad.</a:t>
            </a:r>
          </a:p>
          <a:p>
            <a:pPr marL="285750" indent="-285750">
              <a:buFont typeface="Arial" panose="020B0604020202020204" pitchFamily="34" charset="0"/>
              <a:buChar char="•"/>
            </a:pPr>
            <a:r>
              <a:rPr lang="es-CL"/>
              <a:t>Las redes terrestres </a:t>
            </a:r>
            <a:r>
              <a:rPr lang="es-CL" b="1" err="1"/>
              <a:t>IoT</a:t>
            </a:r>
            <a:r>
              <a:rPr lang="es-CL" b="1"/>
              <a:t> de bajo costo</a:t>
            </a:r>
            <a:r>
              <a:rPr lang="es-CL"/>
              <a:t> permiten monitoreo continuo en tiempo real.</a:t>
            </a:r>
          </a:p>
          <a:p>
            <a:endParaRPr lang="es-CL"/>
          </a:p>
        </p:txBody>
      </p:sp>
      <p:sp>
        <p:nvSpPr>
          <p:cNvPr id="5" name="Marcador de texto 4">
            <a:extLst>
              <a:ext uri="{FF2B5EF4-FFF2-40B4-BE49-F238E27FC236}">
                <a16:creationId xmlns:a16="http://schemas.microsoft.com/office/drawing/2014/main" id="{2100E9C3-23AA-454F-4B88-A15D48751E93}"/>
              </a:ext>
            </a:extLst>
          </p:cNvPr>
          <p:cNvSpPr>
            <a:spLocks noGrp="1"/>
          </p:cNvSpPr>
          <p:nvPr>
            <p:ph type="body" sz="quarter" idx="13"/>
          </p:nvPr>
        </p:nvSpPr>
        <p:spPr>
          <a:xfrm>
            <a:off x="678999" y="2239809"/>
            <a:ext cx="4087906" cy="2001862"/>
          </a:xfrm>
        </p:spPr>
        <p:txBody>
          <a:bodyPr/>
          <a:lstStyle/>
          <a:p>
            <a:r>
              <a:rPr lang="es-CL" b="0" i="0"/>
              <a:t>Introducción: Redes de </a:t>
            </a:r>
            <a:r>
              <a:rPr lang="es-CL" b="0" i="0" err="1"/>
              <a:t>Sensado</a:t>
            </a:r>
            <a:r>
              <a:rPr lang="es-CL" b="0" i="0"/>
              <a:t> Terrestre</a:t>
            </a:r>
            <a:endParaRPr lang="es-CL"/>
          </a:p>
        </p:txBody>
      </p:sp>
      <p:sp>
        <p:nvSpPr>
          <p:cNvPr id="6" name="Marcador de texto 2">
            <a:extLst>
              <a:ext uri="{FF2B5EF4-FFF2-40B4-BE49-F238E27FC236}">
                <a16:creationId xmlns:a16="http://schemas.microsoft.com/office/drawing/2014/main" id="{5BA136AD-6AC8-34DA-375D-2C072283BCEE}"/>
              </a:ext>
            </a:extLst>
          </p:cNvPr>
          <p:cNvSpPr>
            <a:spLocks noGrp="1"/>
          </p:cNvSpPr>
          <p:nvPr>
            <p:ph type="body" sz="quarter" idx="11"/>
          </p:nvPr>
        </p:nvSpPr>
        <p:spPr>
          <a:xfrm>
            <a:off x="5084618" y="319083"/>
            <a:ext cx="4856057" cy="699227"/>
          </a:xfrm>
        </p:spPr>
        <p:txBody>
          <a:bodyPr/>
          <a:lstStyle/>
          <a:p>
            <a:r>
              <a:rPr lang="es-CL"/>
              <a:t>(Contexto científico) </a:t>
            </a:r>
          </a:p>
        </p:txBody>
      </p:sp>
    </p:spTree>
    <p:extLst>
      <p:ext uri="{BB962C8B-B14F-4D97-AF65-F5344CB8AC3E}">
        <p14:creationId xmlns:p14="http://schemas.microsoft.com/office/powerpoint/2010/main" val="31894036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BE4CAE2F-E66C-8047-72B4-1850B2C779DB}"/>
              </a:ext>
            </a:extLst>
          </p:cNvPr>
          <p:cNvSpPr>
            <a:spLocks noGrp="1"/>
          </p:cNvSpPr>
          <p:nvPr>
            <p:ph type="body" sz="quarter" idx="10"/>
          </p:nvPr>
        </p:nvSpPr>
        <p:spPr>
          <a:xfrm>
            <a:off x="1429410" y="318649"/>
            <a:ext cx="5473414" cy="729788"/>
          </a:xfrm>
        </p:spPr>
        <p:txBody>
          <a:bodyPr/>
          <a:lstStyle/>
          <a:p>
            <a:r>
              <a:rPr lang="es-CL"/>
              <a:t>Problemática y Antecedentes </a:t>
            </a:r>
          </a:p>
        </p:txBody>
      </p:sp>
      <p:sp>
        <p:nvSpPr>
          <p:cNvPr id="3" name="Marcador de texto 2">
            <a:extLst>
              <a:ext uri="{FF2B5EF4-FFF2-40B4-BE49-F238E27FC236}">
                <a16:creationId xmlns:a16="http://schemas.microsoft.com/office/drawing/2014/main" id="{D0A17228-6BCB-3EFB-A776-179C0850A5E6}"/>
              </a:ext>
            </a:extLst>
          </p:cNvPr>
          <p:cNvSpPr>
            <a:spLocks noGrp="1"/>
          </p:cNvSpPr>
          <p:nvPr>
            <p:ph type="body" sz="quarter" idx="11"/>
          </p:nvPr>
        </p:nvSpPr>
        <p:spPr>
          <a:xfrm>
            <a:off x="7037294" y="282790"/>
            <a:ext cx="3037851" cy="801505"/>
          </a:xfrm>
        </p:spPr>
        <p:txBody>
          <a:bodyPr/>
          <a:lstStyle/>
          <a:p>
            <a:r>
              <a:rPr lang="es-CL" b="1"/>
              <a:t>(Vacío Tecnológico)</a:t>
            </a:r>
            <a:endParaRPr lang="es-CL"/>
          </a:p>
        </p:txBody>
      </p:sp>
      <p:sp>
        <p:nvSpPr>
          <p:cNvPr id="4" name="Marcador de texto 3">
            <a:extLst>
              <a:ext uri="{FF2B5EF4-FFF2-40B4-BE49-F238E27FC236}">
                <a16:creationId xmlns:a16="http://schemas.microsoft.com/office/drawing/2014/main" id="{683AC3B4-DB76-B724-E920-9F3E790571C2}"/>
              </a:ext>
            </a:extLst>
          </p:cNvPr>
          <p:cNvSpPr>
            <a:spLocks noGrp="1"/>
          </p:cNvSpPr>
          <p:nvPr>
            <p:ph type="body" sz="quarter" idx="12"/>
          </p:nvPr>
        </p:nvSpPr>
        <p:spPr>
          <a:xfrm>
            <a:off x="4209820" y="2479820"/>
            <a:ext cx="6368533" cy="3006580"/>
          </a:xfrm>
        </p:spPr>
        <p:txBody>
          <a:bodyPr/>
          <a:lstStyle/>
          <a:p>
            <a:pPr marL="285750" indent="-285750">
              <a:buFont typeface="Arial" panose="020B0604020202020204" pitchFamily="34" charset="0"/>
              <a:buChar char="•"/>
            </a:pPr>
            <a:r>
              <a:rPr lang="es-CL" b="1"/>
              <a:t>Vacío científico:</a:t>
            </a:r>
            <a:r>
              <a:rPr lang="es-CL"/>
              <a:t> Sistemas basados únicamente en gases (ej. MQ-135 con </a:t>
            </a:r>
            <a:r>
              <a:rPr lang="es-CL" err="1"/>
              <a:t>NodeMCU</a:t>
            </a:r>
            <a:r>
              <a:rPr lang="es-CL"/>
              <a:t>) reportan falsas alarmas ante contaminantes domésticos.</a:t>
            </a:r>
          </a:p>
          <a:p>
            <a:pPr marL="285750" indent="-285750">
              <a:buFont typeface="Arial" panose="020B0604020202020204" pitchFamily="34" charset="0"/>
              <a:buChar char="•"/>
            </a:pPr>
            <a:r>
              <a:rPr lang="es-CL"/>
              <a:t>El monóxido de carbono (CO) escala hasta </a:t>
            </a:r>
            <a:r>
              <a:rPr lang="es-CL" b="1"/>
              <a:t>15.42 ppm</a:t>
            </a:r>
            <a:r>
              <a:rPr lang="es-CL"/>
              <a:t> en incendios controlados, requiriendo validación térmica simultánea.</a:t>
            </a:r>
          </a:p>
          <a:p>
            <a:pPr marL="285750" indent="-285750">
              <a:buFont typeface="Arial" panose="020B0604020202020204" pitchFamily="34" charset="0"/>
              <a:buChar char="•"/>
            </a:pPr>
            <a:r>
              <a:rPr lang="es-CL" b="1"/>
              <a:t>Nuestra solución:</a:t>
            </a:r>
            <a:r>
              <a:rPr lang="es-CL"/>
              <a:t> Fusión local multimodal (gas, llama y temperatura).</a:t>
            </a:r>
          </a:p>
          <a:p>
            <a:endParaRPr lang="es-CL"/>
          </a:p>
        </p:txBody>
      </p:sp>
      <p:sp>
        <p:nvSpPr>
          <p:cNvPr id="5" name="Marcador de texto 4">
            <a:extLst>
              <a:ext uri="{FF2B5EF4-FFF2-40B4-BE49-F238E27FC236}">
                <a16:creationId xmlns:a16="http://schemas.microsoft.com/office/drawing/2014/main" id="{61608AC6-7D83-A31F-28BC-96EC31003374}"/>
              </a:ext>
            </a:extLst>
          </p:cNvPr>
          <p:cNvSpPr>
            <a:spLocks noGrp="1"/>
          </p:cNvSpPr>
          <p:nvPr>
            <p:ph type="body" sz="quarter" idx="13"/>
          </p:nvPr>
        </p:nvSpPr>
        <p:spPr/>
        <p:txBody>
          <a:bodyPr/>
          <a:lstStyle/>
          <a:p>
            <a:r>
              <a:rPr lang="es-CL" b="0" i="0"/>
              <a:t>Falsas Alarmas y Fusión</a:t>
            </a:r>
            <a:endParaRPr lang="es-CL"/>
          </a:p>
        </p:txBody>
      </p:sp>
    </p:spTree>
    <p:extLst>
      <p:ext uri="{BB962C8B-B14F-4D97-AF65-F5344CB8AC3E}">
        <p14:creationId xmlns:p14="http://schemas.microsoft.com/office/powerpoint/2010/main" val="28384122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96964A13-CBE3-B98B-9800-AA5AC8758907}"/>
              </a:ext>
            </a:extLst>
          </p:cNvPr>
          <p:cNvSpPr>
            <a:spLocks noGrp="1"/>
          </p:cNvSpPr>
          <p:nvPr>
            <p:ph type="body" sz="quarter" idx="10"/>
          </p:nvPr>
        </p:nvSpPr>
        <p:spPr/>
        <p:txBody>
          <a:bodyPr/>
          <a:lstStyle/>
          <a:p>
            <a:r>
              <a:rPr lang="es-CL"/>
              <a:t>Problemática </a:t>
            </a:r>
          </a:p>
        </p:txBody>
      </p:sp>
      <p:sp>
        <p:nvSpPr>
          <p:cNvPr id="3" name="Marcador de texto 2">
            <a:extLst>
              <a:ext uri="{FF2B5EF4-FFF2-40B4-BE49-F238E27FC236}">
                <a16:creationId xmlns:a16="http://schemas.microsoft.com/office/drawing/2014/main" id="{BC65C4D4-B2E8-8D94-1686-421ED76943CD}"/>
              </a:ext>
            </a:extLst>
          </p:cNvPr>
          <p:cNvSpPr>
            <a:spLocks noGrp="1"/>
          </p:cNvSpPr>
          <p:nvPr>
            <p:ph type="body" sz="quarter" idx="11"/>
          </p:nvPr>
        </p:nvSpPr>
        <p:spPr/>
        <p:txBody>
          <a:bodyPr/>
          <a:lstStyle/>
          <a:p>
            <a:r>
              <a:rPr lang="es-CL"/>
              <a:t>(Cuantificada)</a:t>
            </a:r>
          </a:p>
        </p:txBody>
      </p:sp>
      <p:sp>
        <p:nvSpPr>
          <p:cNvPr id="4" name="Marcador de texto 3">
            <a:extLst>
              <a:ext uri="{FF2B5EF4-FFF2-40B4-BE49-F238E27FC236}">
                <a16:creationId xmlns:a16="http://schemas.microsoft.com/office/drawing/2014/main" id="{1B41E73F-CE70-82EE-8340-822C4D0527D0}"/>
              </a:ext>
            </a:extLst>
          </p:cNvPr>
          <p:cNvSpPr>
            <a:spLocks noGrp="1"/>
          </p:cNvSpPr>
          <p:nvPr>
            <p:ph type="body" sz="quarter" idx="12"/>
          </p:nvPr>
        </p:nvSpPr>
        <p:spPr>
          <a:xfrm>
            <a:off x="4209820" y="2479819"/>
            <a:ext cx="5730855" cy="2916933"/>
          </a:xfrm>
        </p:spPr>
        <p:txBody>
          <a:bodyPr/>
          <a:lstStyle/>
          <a:p>
            <a:r>
              <a:rPr lang="es-CL" b="1"/>
              <a:t>Impacto:</a:t>
            </a:r>
            <a:r>
              <a:rPr lang="es-CL"/>
              <a:t> Intoxicación por humo, evacuaciones y pérdida de flora y fauna nativa. </a:t>
            </a:r>
          </a:p>
          <a:p>
            <a:r>
              <a:rPr lang="es-CL" b="1"/>
              <a:t>Desgaste:</a:t>
            </a:r>
            <a:r>
              <a:rPr lang="es-CL"/>
              <a:t> Focos inadvertidos exigen recursos extremos; el caso Quilicura requirió 150 bomberos trabajando por 12 horas. </a:t>
            </a:r>
          </a:p>
          <a:p>
            <a:r>
              <a:rPr lang="es-CL" b="1"/>
              <a:t>Limitación:</a:t>
            </a:r>
            <a:r>
              <a:rPr lang="es-CL"/>
              <a:t> La inspección humana es discontinua e inútil ante eventos aleatorios. </a:t>
            </a:r>
          </a:p>
          <a:p>
            <a:endParaRPr lang="es-CL"/>
          </a:p>
        </p:txBody>
      </p:sp>
      <p:sp>
        <p:nvSpPr>
          <p:cNvPr id="5" name="Marcador de texto 4">
            <a:extLst>
              <a:ext uri="{FF2B5EF4-FFF2-40B4-BE49-F238E27FC236}">
                <a16:creationId xmlns:a16="http://schemas.microsoft.com/office/drawing/2014/main" id="{2D972C03-4C57-09EF-21F0-A91AE1631F75}"/>
              </a:ext>
            </a:extLst>
          </p:cNvPr>
          <p:cNvSpPr>
            <a:spLocks noGrp="1"/>
          </p:cNvSpPr>
          <p:nvPr>
            <p:ph type="body" sz="quarter" idx="13"/>
          </p:nvPr>
        </p:nvSpPr>
        <p:spPr/>
        <p:txBody>
          <a:bodyPr/>
          <a:lstStyle/>
          <a:p>
            <a:r>
              <a:rPr lang="es-CL"/>
              <a:t>Magnitud del Problema</a:t>
            </a:r>
          </a:p>
        </p:txBody>
      </p:sp>
    </p:spTree>
    <p:extLst>
      <p:ext uri="{BB962C8B-B14F-4D97-AF65-F5344CB8AC3E}">
        <p14:creationId xmlns:p14="http://schemas.microsoft.com/office/powerpoint/2010/main" val="34037453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412C018E-1C87-3C23-67A3-132AFFDDC4F4}"/>
              </a:ext>
            </a:extLst>
          </p:cNvPr>
          <p:cNvSpPr>
            <a:spLocks noGrp="1"/>
          </p:cNvSpPr>
          <p:nvPr>
            <p:ph type="body" sz="quarter" idx="10"/>
          </p:nvPr>
        </p:nvSpPr>
        <p:spPr>
          <a:xfrm>
            <a:off x="1429410" y="318649"/>
            <a:ext cx="5204472" cy="658504"/>
          </a:xfrm>
        </p:spPr>
        <p:txBody>
          <a:bodyPr/>
          <a:lstStyle/>
          <a:p>
            <a:r>
              <a:rPr lang="es-CL"/>
              <a:t>Objetivos del Proyecto</a:t>
            </a:r>
          </a:p>
        </p:txBody>
      </p:sp>
      <p:sp>
        <p:nvSpPr>
          <p:cNvPr id="4" name="Marcador de texto 3">
            <a:extLst>
              <a:ext uri="{FF2B5EF4-FFF2-40B4-BE49-F238E27FC236}">
                <a16:creationId xmlns:a16="http://schemas.microsoft.com/office/drawing/2014/main" id="{09078FC7-087A-D062-BF55-637AE48EA309}"/>
              </a:ext>
            </a:extLst>
          </p:cNvPr>
          <p:cNvSpPr>
            <a:spLocks noGrp="1"/>
          </p:cNvSpPr>
          <p:nvPr>
            <p:ph type="body" sz="quarter" idx="12"/>
          </p:nvPr>
        </p:nvSpPr>
        <p:spPr>
          <a:xfrm>
            <a:off x="4209820" y="2479820"/>
            <a:ext cx="5561709" cy="3141051"/>
          </a:xfrm>
        </p:spPr>
        <p:txBody>
          <a:bodyPr/>
          <a:lstStyle/>
          <a:p>
            <a:r>
              <a:rPr lang="es-CL" b="1"/>
              <a:t>Objetivo General:</a:t>
            </a:r>
            <a:r>
              <a:rPr lang="es-CL"/>
              <a:t> Desarrollar un nodo </a:t>
            </a:r>
            <a:r>
              <a:rPr lang="es-CL" err="1"/>
              <a:t>IoT</a:t>
            </a:r>
            <a:r>
              <a:rPr lang="es-CL"/>
              <a:t> local autónomo para alertar incendios minimizando falsas alarmas.</a:t>
            </a:r>
          </a:p>
          <a:p>
            <a:r>
              <a:rPr lang="es-CL" b="1"/>
              <a:t>Objetivos Específicos: </a:t>
            </a:r>
          </a:p>
          <a:p>
            <a:pPr marL="285750" indent="-285750">
              <a:buFont typeface="Arial" panose="020B0604020202020204" pitchFamily="34" charset="0"/>
              <a:buChar char="•"/>
            </a:pPr>
            <a:r>
              <a:rPr lang="es-CL"/>
              <a:t>Adquirir y filtrar variables de temperatura, humo e infrarrojo.</a:t>
            </a:r>
          </a:p>
          <a:p>
            <a:pPr marL="285750" indent="-285750">
              <a:buFont typeface="Arial" panose="020B0604020202020204" pitchFamily="34" charset="0"/>
              <a:buChar char="•"/>
            </a:pPr>
            <a:r>
              <a:rPr lang="es-CL"/>
              <a:t>Implementar lógica de </a:t>
            </a:r>
            <a:r>
              <a:rPr lang="es-CL" b="1"/>
              <a:t>fusión coincidente</a:t>
            </a:r>
            <a:r>
              <a:rPr lang="es-CL"/>
              <a:t> en máquina de estados no bloqueante.</a:t>
            </a:r>
          </a:p>
          <a:p>
            <a:endParaRPr lang="es-CL"/>
          </a:p>
          <a:p>
            <a:endParaRPr lang="es-CL"/>
          </a:p>
        </p:txBody>
      </p:sp>
      <p:pic>
        <p:nvPicPr>
          <p:cNvPr id="7" name="Imagen 6">
            <a:extLst>
              <a:ext uri="{FF2B5EF4-FFF2-40B4-BE49-F238E27FC236}">
                <a16:creationId xmlns:a16="http://schemas.microsoft.com/office/drawing/2014/main" id="{D855B258-7690-3C32-E028-66C97B5D2591}"/>
              </a:ext>
            </a:extLst>
          </p:cNvPr>
          <p:cNvPicPr>
            <a:picLocks noChangeAspect="1"/>
          </p:cNvPicPr>
          <p:nvPr/>
        </p:nvPicPr>
        <p:blipFill>
          <a:blip r:embed="rId2"/>
          <a:stretch>
            <a:fillRect/>
          </a:stretch>
        </p:blipFill>
        <p:spPr>
          <a:xfrm>
            <a:off x="233083" y="1408952"/>
            <a:ext cx="3360644" cy="4480859"/>
          </a:xfrm>
          <a:prstGeom prst="rect">
            <a:avLst/>
          </a:prstGeom>
        </p:spPr>
      </p:pic>
    </p:spTree>
    <p:extLst>
      <p:ext uri="{BB962C8B-B14F-4D97-AF65-F5344CB8AC3E}">
        <p14:creationId xmlns:p14="http://schemas.microsoft.com/office/powerpoint/2010/main" val="14591701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306BD713-1709-962D-0045-800050618425}"/>
              </a:ext>
            </a:extLst>
          </p:cNvPr>
          <p:cNvSpPr>
            <a:spLocks noGrp="1"/>
          </p:cNvSpPr>
          <p:nvPr>
            <p:ph type="body" sz="quarter" idx="10"/>
          </p:nvPr>
        </p:nvSpPr>
        <p:spPr>
          <a:xfrm>
            <a:off x="1429410" y="318649"/>
            <a:ext cx="5222402" cy="792975"/>
          </a:xfrm>
        </p:spPr>
        <p:txBody>
          <a:bodyPr/>
          <a:lstStyle/>
          <a:p>
            <a:r>
              <a:rPr lang="es-CL"/>
              <a:t>Arquitectura de Referencia</a:t>
            </a:r>
            <a:endParaRPr lang="es-CL">
              <a:solidFill>
                <a:srgbClr val="3D3935"/>
              </a:solidFill>
            </a:endParaRPr>
          </a:p>
        </p:txBody>
      </p:sp>
      <p:sp>
        <p:nvSpPr>
          <p:cNvPr id="3" name="Marcador de texto 2">
            <a:extLst>
              <a:ext uri="{FF2B5EF4-FFF2-40B4-BE49-F238E27FC236}">
                <a16:creationId xmlns:a16="http://schemas.microsoft.com/office/drawing/2014/main" id="{1E68668A-6734-7552-29F7-5EFF96DB75B8}"/>
              </a:ext>
            </a:extLst>
          </p:cNvPr>
          <p:cNvSpPr>
            <a:spLocks noGrp="1"/>
          </p:cNvSpPr>
          <p:nvPr>
            <p:ph type="body" sz="quarter" idx="11"/>
          </p:nvPr>
        </p:nvSpPr>
        <p:spPr>
          <a:xfrm>
            <a:off x="6651811" y="319083"/>
            <a:ext cx="3288863" cy="693929"/>
          </a:xfrm>
        </p:spPr>
        <p:txBody>
          <a:bodyPr/>
          <a:lstStyle/>
          <a:p>
            <a:r>
              <a:rPr lang="es-CL"/>
              <a:t>(4 Capas)</a:t>
            </a:r>
            <a:endParaRPr lang="es-CL">
              <a:solidFill>
                <a:srgbClr val="3D3935"/>
              </a:solidFill>
            </a:endParaRPr>
          </a:p>
        </p:txBody>
      </p:sp>
      <p:sp>
        <p:nvSpPr>
          <p:cNvPr id="4" name="Marcador de texto 3">
            <a:extLst>
              <a:ext uri="{FF2B5EF4-FFF2-40B4-BE49-F238E27FC236}">
                <a16:creationId xmlns:a16="http://schemas.microsoft.com/office/drawing/2014/main" id="{DFC867F5-4014-6FAF-1552-507BA84479B0}"/>
              </a:ext>
            </a:extLst>
          </p:cNvPr>
          <p:cNvSpPr>
            <a:spLocks noGrp="1"/>
          </p:cNvSpPr>
          <p:nvPr>
            <p:ph type="body" sz="quarter" idx="12"/>
          </p:nvPr>
        </p:nvSpPr>
        <p:spPr>
          <a:xfrm>
            <a:off x="148809" y="1964689"/>
            <a:ext cx="3490862" cy="3592066"/>
          </a:xfrm>
        </p:spPr>
        <p:txBody>
          <a:bodyPr/>
          <a:lstStyle/>
          <a:p>
            <a:r>
              <a:rPr lang="es-CL" b="1">
                <a:solidFill>
                  <a:schemeClr val="bg1"/>
                </a:solidFill>
              </a:rPr>
              <a:t>Edge:</a:t>
            </a:r>
            <a:r>
              <a:rPr lang="es-CL">
                <a:solidFill>
                  <a:schemeClr val="bg1"/>
                </a:solidFill>
              </a:rPr>
              <a:t> ESP32 procesa sensores y decide de forma local.</a:t>
            </a:r>
          </a:p>
          <a:p>
            <a:r>
              <a:rPr lang="es-CL" b="1">
                <a:solidFill>
                  <a:schemeClr val="bg1"/>
                </a:solidFill>
              </a:rPr>
              <a:t>Ingesta:</a:t>
            </a:r>
            <a:r>
              <a:rPr lang="es-CL">
                <a:solidFill>
                  <a:schemeClr val="bg1"/>
                </a:solidFill>
              </a:rPr>
              <a:t> Protocolo MQTT mediante </a:t>
            </a:r>
            <a:r>
              <a:rPr lang="es-CL" err="1">
                <a:solidFill>
                  <a:schemeClr val="bg1"/>
                </a:solidFill>
              </a:rPr>
              <a:t>broker</a:t>
            </a:r>
            <a:r>
              <a:rPr lang="es-CL">
                <a:solidFill>
                  <a:schemeClr val="bg1"/>
                </a:solidFill>
              </a:rPr>
              <a:t> </a:t>
            </a:r>
            <a:r>
              <a:rPr lang="es-CL" err="1">
                <a:solidFill>
                  <a:schemeClr val="bg1"/>
                </a:solidFill>
              </a:rPr>
              <a:t>Mosquitto</a:t>
            </a:r>
            <a:r>
              <a:rPr lang="es-CL">
                <a:solidFill>
                  <a:schemeClr val="bg1"/>
                </a:solidFill>
              </a:rPr>
              <a:t>.</a:t>
            </a:r>
          </a:p>
          <a:p>
            <a:r>
              <a:rPr lang="es-CL" b="1">
                <a:solidFill>
                  <a:schemeClr val="bg1"/>
                </a:solidFill>
              </a:rPr>
              <a:t>Hot Path:</a:t>
            </a:r>
            <a:r>
              <a:rPr lang="es-CL">
                <a:solidFill>
                  <a:schemeClr val="bg1"/>
                </a:solidFill>
              </a:rPr>
              <a:t> Reacción rápida en segundos mediante </a:t>
            </a:r>
            <a:r>
              <a:rPr lang="es-CL" err="1">
                <a:solidFill>
                  <a:schemeClr val="bg1"/>
                </a:solidFill>
              </a:rPr>
              <a:t>Grafana</a:t>
            </a:r>
            <a:r>
              <a:rPr lang="es-CL">
                <a:solidFill>
                  <a:schemeClr val="bg1"/>
                </a:solidFill>
              </a:rPr>
              <a:t>/</a:t>
            </a:r>
            <a:r>
              <a:rPr lang="es-CL" err="1">
                <a:solidFill>
                  <a:schemeClr val="bg1"/>
                </a:solidFill>
              </a:rPr>
              <a:t>Node</a:t>
            </a:r>
            <a:r>
              <a:rPr lang="es-CL">
                <a:solidFill>
                  <a:schemeClr val="bg1"/>
                </a:solidFill>
              </a:rPr>
              <a:t>-RED.</a:t>
            </a:r>
          </a:p>
          <a:p>
            <a:r>
              <a:rPr lang="es-CL" b="1" err="1">
                <a:solidFill>
                  <a:schemeClr val="bg1"/>
                </a:solidFill>
              </a:rPr>
              <a:t>Cold</a:t>
            </a:r>
            <a:r>
              <a:rPr lang="es-CL" b="1">
                <a:solidFill>
                  <a:schemeClr val="bg1"/>
                </a:solidFill>
              </a:rPr>
              <a:t> Path:</a:t>
            </a:r>
            <a:r>
              <a:rPr lang="es-CL">
                <a:solidFill>
                  <a:schemeClr val="bg1"/>
                </a:solidFill>
              </a:rPr>
              <a:t> Análisis y visualización histórica semanal en base de dato</a:t>
            </a:r>
          </a:p>
          <a:p>
            <a:endParaRPr lang="es-CL"/>
          </a:p>
        </p:txBody>
      </p:sp>
      <p:pic>
        <p:nvPicPr>
          <p:cNvPr id="6" name="Imagen 5">
            <a:extLst>
              <a:ext uri="{FF2B5EF4-FFF2-40B4-BE49-F238E27FC236}">
                <a16:creationId xmlns:a16="http://schemas.microsoft.com/office/drawing/2014/main" id="{7E9601CB-3FCE-AE5F-28A1-454D2C791382}"/>
              </a:ext>
            </a:extLst>
          </p:cNvPr>
          <p:cNvPicPr>
            <a:picLocks noChangeAspect="1"/>
          </p:cNvPicPr>
          <p:nvPr/>
        </p:nvPicPr>
        <p:blipFill>
          <a:blip r:embed="rId2"/>
          <a:stretch>
            <a:fillRect/>
          </a:stretch>
        </p:blipFill>
        <p:spPr>
          <a:xfrm>
            <a:off x="4486231" y="1310640"/>
            <a:ext cx="6734899" cy="4897120"/>
          </a:xfrm>
          <a:prstGeom prst="rect">
            <a:avLst/>
          </a:prstGeom>
        </p:spPr>
      </p:pic>
    </p:spTree>
    <p:extLst>
      <p:ext uri="{BB962C8B-B14F-4D97-AF65-F5344CB8AC3E}">
        <p14:creationId xmlns:p14="http://schemas.microsoft.com/office/powerpoint/2010/main" val="10859626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8836DD92-A9CC-021B-6DF2-3D7D63CDD5E5}"/>
              </a:ext>
            </a:extLst>
          </p:cNvPr>
          <p:cNvSpPr>
            <a:spLocks noGrp="1"/>
          </p:cNvSpPr>
          <p:nvPr>
            <p:ph type="body" sz="quarter" idx="10"/>
          </p:nvPr>
        </p:nvSpPr>
        <p:spPr>
          <a:xfrm>
            <a:off x="1429410" y="318649"/>
            <a:ext cx="5249296" cy="650731"/>
          </a:xfrm>
        </p:spPr>
        <p:txBody>
          <a:bodyPr/>
          <a:lstStyle/>
          <a:p>
            <a:r>
              <a:rPr lang="es-CL"/>
              <a:t>Máquina de Estados Finitos</a:t>
            </a:r>
          </a:p>
        </p:txBody>
      </p:sp>
      <p:sp>
        <p:nvSpPr>
          <p:cNvPr id="3" name="Marcador de texto 2">
            <a:extLst>
              <a:ext uri="{FF2B5EF4-FFF2-40B4-BE49-F238E27FC236}">
                <a16:creationId xmlns:a16="http://schemas.microsoft.com/office/drawing/2014/main" id="{C57FBCE6-B57F-BC40-9226-2FD0C333DF07}"/>
              </a:ext>
            </a:extLst>
          </p:cNvPr>
          <p:cNvSpPr>
            <a:spLocks noGrp="1"/>
          </p:cNvSpPr>
          <p:nvPr>
            <p:ph type="body" sz="quarter" idx="11"/>
          </p:nvPr>
        </p:nvSpPr>
        <p:spPr>
          <a:xfrm>
            <a:off x="6580094" y="319083"/>
            <a:ext cx="3360580" cy="650297"/>
          </a:xfrm>
        </p:spPr>
        <p:txBody>
          <a:bodyPr/>
          <a:lstStyle/>
          <a:p>
            <a:r>
              <a:rPr lang="es-CL"/>
              <a:t>(FSM)</a:t>
            </a:r>
          </a:p>
        </p:txBody>
      </p:sp>
      <p:sp>
        <p:nvSpPr>
          <p:cNvPr id="4" name="Marcador de texto 3">
            <a:extLst>
              <a:ext uri="{FF2B5EF4-FFF2-40B4-BE49-F238E27FC236}">
                <a16:creationId xmlns:a16="http://schemas.microsoft.com/office/drawing/2014/main" id="{732FB837-B5C7-1D88-BC17-022835C2DC89}"/>
              </a:ext>
            </a:extLst>
          </p:cNvPr>
          <p:cNvSpPr>
            <a:spLocks noGrp="1"/>
          </p:cNvSpPr>
          <p:nvPr>
            <p:ph type="body" sz="quarter" idx="12"/>
          </p:nvPr>
        </p:nvSpPr>
        <p:spPr>
          <a:xfrm>
            <a:off x="337068" y="1916745"/>
            <a:ext cx="3177097" cy="3713090"/>
          </a:xfrm>
        </p:spPr>
        <p:txBody>
          <a:bodyPr/>
          <a:lstStyle/>
          <a:p>
            <a:pPr marL="285750" indent="-285750">
              <a:buFont typeface="Arial" panose="020B0604020202020204" pitchFamily="34" charset="0"/>
              <a:buChar char="•"/>
            </a:pPr>
            <a:r>
              <a:rPr lang="es-CL"/>
              <a:t>Programación estructurada mediante switch/case y variables de estado.</a:t>
            </a:r>
          </a:p>
          <a:p>
            <a:pPr marL="285750" indent="-285750">
              <a:buFont typeface="Arial" panose="020B0604020202020204" pitchFamily="34" charset="0"/>
              <a:buChar char="•"/>
            </a:pPr>
            <a:r>
              <a:rPr lang="es-CL"/>
              <a:t>Lazo 100% asíncrono y libre de bloqueos; prohibido el uso de </a:t>
            </a:r>
            <a:r>
              <a:rPr lang="es-CL" err="1"/>
              <a:t>delay</a:t>
            </a:r>
            <a:r>
              <a:rPr lang="es-CL"/>
              <a:t>().</a:t>
            </a:r>
          </a:p>
          <a:p>
            <a:pPr marL="285750" indent="-285750">
              <a:buFont typeface="Arial" panose="020B0604020202020204" pitchFamily="34" charset="0"/>
              <a:buChar char="•"/>
            </a:pPr>
            <a:r>
              <a:rPr lang="es-CL" b="1"/>
              <a:t>Lógica:</a:t>
            </a:r>
            <a:r>
              <a:rPr lang="es-CL"/>
              <a:t> 1 peligro </a:t>
            </a:r>
            <a:r>
              <a:rPr lang="es-CL">
                <a:sym typeface="Wingdings" panose="05000000000000000000" pitchFamily="2" charset="2"/>
              </a:rPr>
              <a:t> </a:t>
            </a:r>
            <a:r>
              <a:rPr lang="es-CL"/>
              <a:t>SOSPECHA. ≥ 2 peligros simultáneos </a:t>
            </a:r>
            <a:r>
              <a:rPr lang="es-CL">
                <a:sym typeface="Wingdings" panose="05000000000000000000" pitchFamily="2" charset="2"/>
              </a:rPr>
              <a:t></a:t>
            </a:r>
            <a:r>
              <a:rPr lang="es-CL"/>
              <a:t> ALARMA_CONFIRMADA. </a:t>
            </a:r>
          </a:p>
        </p:txBody>
      </p:sp>
      <p:pic>
        <p:nvPicPr>
          <p:cNvPr id="5" name="Imagen 4">
            <a:extLst>
              <a:ext uri="{FF2B5EF4-FFF2-40B4-BE49-F238E27FC236}">
                <a16:creationId xmlns:a16="http://schemas.microsoft.com/office/drawing/2014/main" id="{4CF46C63-011C-DAFA-99A9-376939DFD73A}"/>
              </a:ext>
            </a:extLst>
          </p:cNvPr>
          <p:cNvPicPr>
            <a:picLocks noChangeAspect="1"/>
          </p:cNvPicPr>
          <p:nvPr/>
        </p:nvPicPr>
        <p:blipFill>
          <a:blip r:embed="rId2"/>
          <a:srcRect t="33945" r="24260" b="-183"/>
          <a:stretch>
            <a:fillRect/>
          </a:stretch>
        </p:blipFill>
        <p:spPr>
          <a:xfrm>
            <a:off x="3890210" y="2105731"/>
            <a:ext cx="8211561" cy="3224822"/>
          </a:xfrm>
          <a:prstGeom prst="rect">
            <a:avLst/>
          </a:prstGeom>
        </p:spPr>
      </p:pic>
    </p:spTree>
    <p:extLst>
      <p:ext uri="{BB962C8B-B14F-4D97-AF65-F5344CB8AC3E}">
        <p14:creationId xmlns:p14="http://schemas.microsoft.com/office/powerpoint/2010/main" val="5211004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FECD69D4-247D-33BB-FE1F-903A797C935C}"/>
              </a:ext>
            </a:extLst>
          </p:cNvPr>
          <p:cNvSpPr>
            <a:spLocks noGrp="1"/>
          </p:cNvSpPr>
          <p:nvPr>
            <p:ph type="body" sz="quarter" idx="10"/>
          </p:nvPr>
        </p:nvSpPr>
        <p:spPr>
          <a:xfrm>
            <a:off x="1429410" y="318649"/>
            <a:ext cx="4308002" cy="729788"/>
          </a:xfrm>
        </p:spPr>
        <p:txBody>
          <a:bodyPr/>
          <a:lstStyle/>
          <a:p>
            <a:r>
              <a:rPr lang="es-CL"/>
              <a:t>Decisiones de Diseño:</a:t>
            </a:r>
          </a:p>
        </p:txBody>
      </p:sp>
      <p:sp>
        <p:nvSpPr>
          <p:cNvPr id="3" name="Marcador de texto 2">
            <a:extLst>
              <a:ext uri="{FF2B5EF4-FFF2-40B4-BE49-F238E27FC236}">
                <a16:creationId xmlns:a16="http://schemas.microsoft.com/office/drawing/2014/main" id="{E8CB056E-A149-E369-2CF9-5F1960FFDF85}"/>
              </a:ext>
            </a:extLst>
          </p:cNvPr>
          <p:cNvSpPr>
            <a:spLocks noGrp="1"/>
          </p:cNvSpPr>
          <p:nvPr>
            <p:ph type="body" sz="quarter" idx="11"/>
          </p:nvPr>
        </p:nvSpPr>
        <p:spPr>
          <a:xfrm>
            <a:off x="5468471" y="319083"/>
            <a:ext cx="4472204" cy="729354"/>
          </a:xfrm>
        </p:spPr>
        <p:txBody>
          <a:bodyPr/>
          <a:lstStyle/>
          <a:p>
            <a:r>
              <a:rPr lang="es-CL"/>
              <a:t>Hardware</a:t>
            </a:r>
          </a:p>
        </p:txBody>
      </p:sp>
      <p:sp>
        <p:nvSpPr>
          <p:cNvPr id="4" name="Marcador de texto 3">
            <a:extLst>
              <a:ext uri="{FF2B5EF4-FFF2-40B4-BE49-F238E27FC236}">
                <a16:creationId xmlns:a16="http://schemas.microsoft.com/office/drawing/2014/main" id="{19327DC9-E4AC-978D-0B7C-419AD5F4A355}"/>
              </a:ext>
            </a:extLst>
          </p:cNvPr>
          <p:cNvSpPr>
            <a:spLocks noGrp="1"/>
          </p:cNvSpPr>
          <p:nvPr>
            <p:ph type="body" sz="quarter" idx="12"/>
          </p:nvPr>
        </p:nvSpPr>
        <p:spPr>
          <a:xfrm>
            <a:off x="4209820" y="2479820"/>
            <a:ext cx="4472204" cy="2943827"/>
          </a:xfrm>
        </p:spPr>
        <p:txBody>
          <a:bodyPr lIns="91440" tIns="45720" rIns="91440" bIns="45720" anchor="t"/>
          <a:lstStyle/>
          <a:p>
            <a:r>
              <a:rPr lang="es-CL" b="1">
                <a:latin typeface="Montserrat"/>
              </a:rPr>
              <a:t>Alimentación:</a:t>
            </a:r>
            <a:r>
              <a:rPr lang="es-CL">
                <a:latin typeface="Montserrat"/>
              </a:rPr>
              <a:t> El MQ-2 consume 150 </a:t>
            </a:r>
            <a:r>
              <a:rPr lang="es-CL" err="1">
                <a:latin typeface="Montserrat"/>
              </a:rPr>
              <a:t>mA.</a:t>
            </a:r>
            <a:r>
              <a:rPr lang="es-CL">
                <a:latin typeface="Montserrat"/>
              </a:rPr>
              <a:t> Usaremos baterías exclusivamente por practicidad para la demostración en la feria, asumiendo una baja autonomía (~9 horas).</a:t>
            </a:r>
            <a:endParaRPr lang="es-CL"/>
          </a:p>
          <a:p>
            <a:r>
              <a:rPr lang="es-CL" b="1">
                <a:latin typeface="Montserrat"/>
              </a:rPr>
              <a:t>Calibración:</a:t>
            </a:r>
            <a:r>
              <a:rPr lang="es-CL">
                <a:latin typeface="Montserrat"/>
              </a:rPr>
              <a:t> El umbral de humo se ajustó según la dispersión real medida y la línea base del sensor, descartando valores teóricos.</a:t>
            </a:r>
          </a:p>
          <a:p>
            <a:endParaRPr lang="es-CL"/>
          </a:p>
        </p:txBody>
      </p:sp>
      <p:sp>
        <p:nvSpPr>
          <p:cNvPr id="5" name="Marcador de texto 4">
            <a:extLst>
              <a:ext uri="{FF2B5EF4-FFF2-40B4-BE49-F238E27FC236}">
                <a16:creationId xmlns:a16="http://schemas.microsoft.com/office/drawing/2014/main" id="{A2BF17DF-26F4-6E7D-25D3-C7FC06BC7709}"/>
              </a:ext>
            </a:extLst>
          </p:cNvPr>
          <p:cNvSpPr>
            <a:spLocks noGrp="1"/>
          </p:cNvSpPr>
          <p:nvPr>
            <p:ph type="body" sz="quarter" idx="13"/>
          </p:nvPr>
        </p:nvSpPr>
        <p:spPr/>
        <p:txBody>
          <a:bodyPr lIns="91440" tIns="45720" rIns="91440" bIns="45720" anchor="t"/>
          <a:lstStyle/>
          <a:p>
            <a:endParaRPr lang="es-CL">
              <a:latin typeface="Barlow Condensed SemiBold"/>
            </a:endParaRPr>
          </a:p>
          <a:p>
            <a:endParaRPr lang="es-CL">
              <a:latin typeface="Barlow Condensed SemiBold"/>
            </a:endParaRPr>
          </a:p>
        </p:txBody>
      </p:sp>
      <p:pic>
        <p:nvPicPr>
          <p:cNvPr id="8" name="Imagen 7">
            <a:extLst>
              <a:ext uri="{FF2B5EF4-FFF2-40B4-BE49-F238E27FC236}">
                <a16:creationId xmlns:a16="http://schemas.microsoft.com/office/drawing/2014/main" id="{2B088D64-F72A-6BFE-009D-29421C45068E}"/>
              </a:ext>
            </a:extLst>
          </p:cNvPr>
          <p:cNvPicPr>
            <a:picLocks noChangeAspect="1"/>
          </p:cNvPicPr>
          <p:nvPr/>
        </p:nvPicPr>
        <p:blipFill>
          <a:blip r:embed="rId2"/>
          <a:srcRect l="17119" t="3153"/>
          <a:stretch>
            <a:fillRect/>
          </a:stretch>
        </p:blipFill>
        <p:spPr>
          <a:xfrm>
            <a:off x="667188" y="1308847"/>
            <a:ext cx="2634587" cy="4790739"/>
          </a:xfrm>
          <a:prstGeom prst="rect">
            <a:avLst/>
          </a:prstGeom>
        </p:spPr>
      </p:pic>
    </p:spTree>
    <p:extLst>
      <p:ext uri="{BB962C8B-B14F-4D97-AF65-F5344CB8AC3E}">
        <p14:creationId xmlns:p14="http://schemas.microsoft.com/office/powerpoint/2010/main" val="32234289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929DB63E-8AAD-5A90-F26A-0555F580403A}"/>
              </a:ext>
            </a:extLst>
          </p:cNvPr>
          <p:cNvSpPr>
            <a:spLocks noGrp="1"/>
          </p:cNvSpPr>
          <p:nvPr>
            <p:ph type="body" sz="quarter" idx="10"/>
          </p:nvPr>
        </p:nvSpPr>
        <p:spPr>
          <a:xfrm>
            <a:off x="1429410" y="318649"/>
            <a:ext cx="6692614" cy="658504"/>
          </a:xfrm>
        </p:spPr>
        <p:txBody>
          <a:bodyPr/>
          <a:lstStyle/>
          <a:p>
            <a:r>
              <a:rPr lang="es-CL"/>
              <a:t>Interfaz y Actuación Segura</a:t>
            </a:r>
          </a:p>
        </p:txBody>
      </p:sp>
      <p:sp>
        <p:nvSpPr>
          <p:cNvPr id="4" name="Marcador de texto 3">
            <a:extLst>
              <a:ext uri="{FF2B5EF4-FFF2-40B4-BE49-F238E27FC236}">
                <a16:creationId xmlns:a16="http://schemas.microsoft.com/office/drawing/2014/main" id="{47A31397-6FFB-11EE-AC0A-C92AF18EC8D5}"/>
              </a:ext>
            </a:extLst>
          </p:cNvPr>
          <p:cNvSpPr>
            <a:spLocks noGrp="1"/>
          </p:cNvSpPr>
          <p:nvPr>
            <p:ph type="body" sz="quarter" idx="12"/>
          </p:nvPr>
        </p:nvSpPr>
        <p:spPr>
          <a:xfrm>
            <a:off x="4209820" y="2479820"/>
            <a:ext cx="4414227" cy="2459733"/>
          </a:xfrm>
        </p:spPr>
        <p:txBody>
          <a:bodyPr/>
          <a:lstStyle/>
          <a:p>
            <a:r>
              <a:rPr lang="es-CL" b="1"/>
              <a:t>HMI:</a:t>
            </a:r>
            <a:r>
              <a:rPr lang="es-CL"/>
              <a:t> Pantalla OLED operando por I2C a 400 kHz. Muestra estados, lecturas y conteo de peligros. </a:t>
            </a:r>
          </a:p>
          <a:p>
            <a:r>
              <a:rPr lang="es-CL" b="1"/>
              <a:t>Error Seguro:</a:t>
            </a:r>
            <a:r>
              <a:rPr lang="es-CL"/>
              <a:t> Ante fallas o </a:t>
            </a:r>
            <a:r>
              <a:rPr lang="es-CL" err="1"/>
              <a:t>timeout</a:t>
            </a:r>
            <a:r>
              <a:rPr lang="es-CL"/>
              <a:t>, el zumbador emite un tono intermitente asíncrono. El nodo alerta la falla en vez de silenciarse. </a:t>
            </a:r>
          </a:p>
          <a:p>
            <a:endParaRPr lang="es-CL"/>
          </a:p>
        </p:txBody>
      </p:sp>
      <p:pic>
        <p:nvPicPr>
          <p:cNvPr id="3" name="Imagen 2">
            <a:extLst>
              <a:ext uri="{FF2B5EF4-FFF2-40B4-BE49-F238E27FC236}">
                <a16:creationId xmlns:a16="http://schemas.microsoft.com/office/drawing/2014/main" id="{97F7137B-A363-42AB-8C0E-091B91F5296D}"/>
              </a:ext>
            </a:extLst>
          </p:cNvPr>
          <p:cNvPicPr>
            <a:picLocks noChangeAspect="1"/>
          </p:cNvPicPr>
          <p:nvPr/>
        </p:nvPicPr>
        <p:blipFill>
          <a:blip r:embed="rId2"/>
          <a:srcRect l="5836" t="30148" r="7957" b="15090"/>
          <a:stretch>
            <a:fillRect/>
          </a:stretch>
        </p:blipFill>
        <p:spPr>
          <a:xfrm>
            <a:off x="95675" y="2210090"/>
            <a:ext cx="3592291" cy="2999192"/>
          </a:xfrm>
          <a:prstGeom prst="rect">
            <a:avLst/>
          </a:prstGeom>
        </p:spPr>
      </p:pic>
    </p:spTree>
    <p:extLst>
      <p:ext uri="{BB962C8B-B14F-4D97-AF65-F5344CB8AC3E}">
        <p14:creationId xmlns:p14="http://schemas.microsoft.com/office/powerpoint/2010/main" val="35406096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EFA20763-42CC-165F-989C-0031E71B9138}"/>
              </a:ext>
            </a:extLst>
          </p:cNvPr>
          <p:cNvSpPr>
            <a:spLocks noGrp="1"/>
          </p:cNvSpPr>
          <p:nvPr>
            <p:ph type="body" sz="quarter" idx="10"/>
          </p:nvPr>
        </p:nvSpPr>
        <p:spPr>
          <a:xfrm>
            <a:off x="1429409" y="318649"/>
            <a:ext cx="5132755" cy="650731"/>
          </a:xfrm>
        </p:spPr>
        <p:txBody>
          <a:bodyPr/>
          <a:lstStyle/>
          <a:p>
            <a:r>
              <a:rPr lang="es-CL"/>
              <a:t>Código y Demostración </a:t>
            </a:r>
          </a:p>
        </p:txBody>
      </p:sp>
      <p:sp>
        <p:nvSpPr>
          <p:cNvPr id="3" name="Marcador de texto 2">
            <a:extLst>
              <a:ext uri="{FF2B5EF4-FFF2-40B4-BE49-F238E27FC236}">
                <a16:creationId xmlns:a16="http://schemas.microsoft.com/office/drawing/2014/main" id="{00A4F679-00AE-0294-FA89-00C774B8B899}"/>
              </a:ext>
            </a:extLst>
          </p:cNvPr>
          <p:cNvSpPr>
            <a:spLocks noGrp="1"/>
          </p:cNvSpPr>
          <p:nvPr>
            <p:ph type="body" sz="quarter" idx="11"/>
          </p:nvPr>
        </p:nvSpPr>
        <p:spPr>
          <a:xfrm>
            <a:off x="6808860" y="319083"/>
            <a:ext cx="3131815" cy="650731"/>
          </a:xfrm>
        </p:spPr>
        <p:txBody>
          <a:bodyPr lIns="91440" tIns="45720" rIns="91440" bIns="45720" anchor="ctr"/>
          <a:lstStyle/>
          <a:p>
            <a:r>
              <a:rPr lang="es-CL">
                <a:latin typeface="Barlow Condensed Medium"/>
              </a:rPr>
              <a:t>Código</a:t>
            </a:r>
            <a:endParaRPr lang="es-CL"/>
          </a:p>
        </p:txBody>
      </p:sp>
      <p:sp>
        <p:nvSpPr>
          <p:cNvPr id="5" name="Marcador de texto 4">
            <a:extLst>
              <a:ext uri="{FF2B5EF4-FFF2-40B4-BE49-F238E27FC236}">
                <a16:creationId xmlns:a16="http://schemas.microsoft.com/office/drawing/2014/main" id="{7057FB7D-D680-948E-36A3-A44E2470933A}"/>
              </a:ext>
            </a:extLst>
          </p:cNvPr>
          <p:cNvSpPr>
            <a:spLocks noGrp="1"/>
          </p:cNvSpPr>
          <p:nvPr>
            <p:ph type="body" sz="quarter" idx="13"/>
          </p:nvPr>
        </p:nvSpPr>
        <p:spPr/>
        <p:txBody>
          <a:bodyPr/>
          <a:lstStyle/>
          <a:p>
            <a:r>
              <a:rPr lang="es-CL"/>
              <a:t>GitHub: </a:t>
            </a:r>
            <a:r>
              <a:rPr lang="es-CL">
                <a:hlinkClick r:id="rId2"/>
              </a:rPr>
              <a:t>FelipeS901/Trabajo-</a:t>
            </a:r>
            <a:r>
              <a:rPr lang="es-CL" err="1">
                <a:hlinkClick r:id="rId2"/>
              </a:rPr>
              <a:t>prevencion</a:t>
            </a:r>
            <a:r>
              <a:rPr lang="es-CL">
                <a:hlinkClick r:id="rId2"/>
              </a:rPr>
              <a:t>-incendios</a:t>
            </a:r>
            <a:endParaRPr lang="es-CL"/>
          </a:p>
        </p:txBody>
      </p:sp>
      <p:sp>
        <p:nvSpPr>
          <p:cNvPr id="9" name="CuadroTexto 8">
            <a:extLst>
              <a:ext uri="{FF2B5EF4-FFF2-40B4-BE49-F238E27FC236}">
                <a16:creationId xmlns:a16="http://schemas.microsoft.com/office/drawing/2014/main" id="{7135FB24-5E49-51E8-9FF6-F8110D017C0E}"/>
              </a:ext>
            </a:extLst>
          </p:cNvPr>
          <p:cNvSpPr txBox="1"/>
          <p:nvPr/>
        </p:nvSpPr>
        <p:spPr>
          <a:xfrm>
            <a:off x="4938881" y="2893485"/>
            <a:ext cx="5861804" cy="30556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s-ES"/>
          </a:p>
        </p:txBody>
      </p:sp>
      <p:sp>
        <p:nvSpPr>
          <p:cNvPr id="4" name="TextBox 3">
            <a:extLst>
              <a:ext uri="{FF2B5EF4-FFF2-40B4-BE49-F238E27FC236}">
                <a16:creationId xmlns:a16="http://schemas.microsoft.com/office/drawing/2014/main" id="{F92B9B64-948E-D162-22FC-8155118BEA58}"/>
              </a:ext>
            </a:extLst>
          </p:cNvPr>
          <p:cNvSpPr txBox="1"/>
          <p:nvPr/>
        </p:nvSpPr>
        <p:spPr>
          <a:xfrm>
            <a:off x="4732443" y="1221724"/>
            <a:ext cx="7305114" cy="6309420"/>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solidFill>
                  <a:schemeClr val="tx1"/>
                </a:solidFill>
                <a:latin typeface="Montserrat"/>
              </a:rPr>
              <a:t>bool </a:t>
            </a:r>
            <a:r>
              <a:rPr lang="en-US" sz="1400" err="1">
                <a:solidFill>
                  <a:schemeClr val="tx1"/>
                </a:solidFill>
                <a:latin typeface="Montserrat"/>
              </a:rPr>
              <a:t>calibrarPaso</a:t>
            </a:r>
            <a:r>
              <a:rPr lang="en-US" sz="1400">
                <a:solidFill>
                  <a:schemeClr val="tx1"/>
                </a:solidFill>
                <a:latin typeface="Montserrat"/>
              </a:rPr>
              <a:t>() {</a:t>
            </a:r>
          </a:p>
          <a:p>
            <a:r>
              <a:rPr lang="en-US" sz="1400">
                <a:solidFill>
                  <a:schemeClr val="tx1"/>
                </a:solidFill>
                <a:latin typeface="Montserrat"/>
              </a:rPr>
              <a:t>  if (</a:t>
            </a:r>
            <a:r>
              <a:rPr lang="en-US" sz="1400" err="1">
                <a:solidFill>
                  <a:schemeClr val="tx1"/>
                </a:solidFill>
                <a:latin typeface="Montserrat"/>
              </a:rPr>
              <a:t>millis</a:t>
            </a:r>
            <a:r>
              <a:rPr lang="en-US" sz="1400">
                <a:solidFill>
                  <a:schemeClr val="tx1"/>
                </a:solidFill>
                <a:latin typeface="Montserrat"/>
              </a:rPr>
              <a:t>() - </a:t>
            </a:r>
            <a:r>
              <a:rPr lang="en-US" sz="1400" err="1">
                <a:solidFill>
                  <a:schemeClr val="tx1"/>
                </a:solidFill>
                <a:latin typeface="Montserrat"/>
              </a:rPr>
              <a:t>t_cal</a:t>
            </a:r>
            <a:r>
              <a:rPr lang="en-US" sz="1400">
                <a:solidFill>
                  <a:schemeClr val="tx1"/>
                </a:solidFill>
                <a:latin typeface="Montserrat"/>
              </a:rPr>
              <a:t> &lt; PERIODO_CAL_MS) return false;</a:t>
            </a:r>
          </a:p>
          <a:p>
            <a:r>
              <a:rPr lang="en-US" sz="1400">
                <a:solidFill>
                  <a:schemeClr val="tx1"/>
                </a:solidFill>
                <a:latin typeface="Montserrat"/>
              </a:rPr>
              <a:t>  </a:t>
            </a:r>
            <a:r>
              <a:rPr lang="en-US" sz="1400" err="1">
                <a:solidFill>
                  <a:schemeClr val="tx1"/>
                </a:solidFill>
                <a:latin typeface="Montserrat"/>
              </a:rPr>
              <a:t>t_cal</a:t>
            </a:r>
            <a:r>
              <a:rPr lang="en-US" sz="1400">
                <a:solidFill>
                  <a:schemeClr val="tx1"/>
                </a:solidFill>
                <a:latin typeface="Montserrat"/>
              </a:rPr>
              <a:t> = </a:t>
            </a:r>
            <a:r>
              <a:rPr lang="en-US" sz="1400" err="1">
                <a:solidFill>
                  <a:schemeClr val="tx1"/>
                </a:solidFill>
                <a:latin typeface="Montserrat"/>
              </a:rPr>
              <a:t>millis</a:t>
            </a:r>
            <a:r>
              <a:rPr lang="en-US" sz="1400">
                <a:solidFill>
                  <a:schemeClr val="tx1"/>
                </a:solidFill>
                <a:latin typeface="Montserrat"/>
              </a:rPr>
              <a:t>();</a:t>
            </a:r>
          </a:p>
          <a:p>
            <a:r>
              <a:rPr lang="en-US" sz="1400">
                <a:solidFill>
                  <a:schemeClr val="tx1"/>
                </a:solidFill>
                <a:latin typeface="Montserrat"/>
              </a:rPr>
              <a:t>  uint16_t v    = </a:t>
            </a:r>
            <a:r>
              <a:rPr lang="en-US" sz="1400" err="1">
                <a:solidFill>
                  <a:schemeClr val="tx1"/>
                </a:solidFill>
                <a:latin typeface="Montserrat"/>
              </a:rPr>
              <a:t>analogReadMilliVolts</a:t>
            </a:r>
            <a:r>
              <a:rPr lang="en-US" sz="1400">
                <a:solidFill>
                  <a:schemeClr val="tx1"/>
                </a:solidFill>
                <a:latin typeface="Montserrat"/>
              </a:rPr>
              <a:t>(PIN_MQ2);</a:t>
            </a:r>
          </a:p>
          <a:p>
            <a:r>
              <a:rPr lang="en-US" sz="1400">
                <a:solidFill>
                  <a:schemeClr val="tx1"/>
                </a:solidFill>
                <a:latin typeface="Montserrat"/>
              </a:rPr>
              <a:t>  float    r    = </a:t>
            </a:r>
            <a:r>
              <a:rPr lang="en-US" sz="1400" err="1">
                <a:solidFill>
                  <a:schemeClr val="tx1"/>
                </a:solidFill>
                <a:latin typeface="Montserrat"/>
              </a:rPr>
              <a:t>rsRelativa</a:t>
            </a:r>
            <a:r>
              <a:rPr lang="en-US" sz="1400">
                <a:solidFill>
                  <a:schemeClr val="tx1"/>
                </a:solidFill>
                <a:latin typeface="Montserrat"/>
              </a:rPr>
              <a:t>((float)v);</a:t>
            </a:r>
          </a:p>
          <a:p>
            <a:r>
              <a:rPr lang="en-US" sz="1400">
                <a:solidFill>
                  <a:schemeClr val="tx1"/>
                </a:solidFill>
                <a:latin typeface="Montserrat"/>
              </a:rPr>
              <a:t>  if (!lecturaMQ2Valida(v) || r &lt; 0.0) {</a:t>
            </a:r>
          </a:p>
          <a:p>
            <a:r>
              <a:rPr lang="en-US" sz="1400">
                <a:solidFill>
                  <a:schemeClr val="tx1"/>
                </a:solidFill>
                <a:latin typeface="Montserrat"/>
              </a:rPr>
              <a:t>    </a:t>
            </a:r>
            <a:r>
              <a:rPr lang="en-US" sz="1400" err="1">
                <a:solidFill>
                  <a:schemeClr val="tx1"/>
                </a:solidFill>
                <a:latin typeface="Montserrat"/>
              </a:rPr>
              <a:t>invalidas_mq</a:t>
            </a:r>
            <a:r>
              <a:rPr lang="en-US" sz="1400">
                <a:solidFill>
                  <a:schemeClr val="tx1"/>
                </a:solidFill>
                <a:latin typeface="Montserrat"/>
              </a:rPr>
              <a:t>++; </a:t>
            </a:r>
          </a:p>
          <a:p>
            <a:r>
              <a:rPr lang="en-US" sz="1400">
                <a:solidFill>
                  <a:schemeClr val="tx1"/>
                </a:solidFill>
                <a:latin typeface="Montserrat"/>
              </a:rPr>
              <a:t>    return false;</a:t>
            </a:r>
          </a:p>
          <a:p>
            <a:r>
              <a:rPr lang="en-US" sz="1400">
                <a:solidFill>
                  <a:schemeClr val="tx1"/>
                </a:solidFill>
                <a:latin typeface="Montserrat"/>
              </a:rPr>
              <a:t>  }</a:t>
            </a:r>
          </a:p>
          <a:p>
            <a:r>
              <a:rPr lang="en-US" sz="1400">
                <a:solidFill>
                  <a:schemeClr val="tx1"/>
                </a:solidFill>
                <a:latin typeface="Montserrat"/>
              </a:rPr>
              <a:t>  </a:t>
            </a:r>
            <a:r>
              <a:rPr lang="en-US" sz="1400" err="1">
                <a:solidFill>
                  <a:schemeClr val="tx1"/>
                </a:solidFill>
                <a:latin typeface="Montserrat"/>
              </a:rPr>
              <a:t>cal_suma</a:t>
            </a:r>
            <a:r>
              <a:rPr lang="en-US" sz="1400">
                <a:solidFill>
                  <a:schemeClr val="tx1"/>
                </a:solidFill>
                <a:latin typeface="Montserrat"/>
              </a:rPr>
              <a:t>  += r;</a:t>
            </a:r>
          </a:p>
          <a:p>
            <a:r>
              <a:rPr lang="en-US" sz="1400">
                <a:solidFill>
                  <a:schemeClr val="tx1"/>
                </a:solidFill>
                <a:latin typeface="Montserrat"/>
              </a:rPr>
              <a:t>  cal_suma2 += r * r;</a:t>
            </a:r>
          </a:p>
          <a:p>
            <a:r>
              <a:rPr lang="en-US" sz="1400">
                <a:solidFill>
                  <a:schemeClr val="tx1"/>
                </a:solidFill>
                <a:latin typeface="Montserrat"/>
              </a:rPr>
              <a:t>  </a:t>
            </a:r>
            <a:r>
              <a:rPr lang="en-US" sz="1400" err="1">
                <a:solidFill>
                  <a:schemeClr val="tx1"/>
                </a:solidFill>
                <a:latin typeface="Montserrat"/>
              </a:rPr>
              <a:t>cal_n</a:t>
            </a:r>
            <a:r>
              <a:rPr lang="en-US" sz="1400">
                <a:solidFill>
                  <a:schemeClr val="tx1"/>
                </a:solidFill>
                <a:latin typeface="Montserrat"/>
              </a:rPr>
              <a:t>++;</a:t>
            </a:r>
          </a:p>
          <a:p>
            <a:r>
              <a:rPr lang="en-US" sz="1400">
                <a:solidFill>
                  <a:schemeClr val="tx1"/>
                </a:solidFill>
                <a:latin typeface="Montserrat"/>
              </a:rPr>
              <a:t>  if (</a:t>
            </a:r>
            <a:r>
              <a:rPr lang="en-US" sz="1400" err="1">
                <a:solidFill>
                  <a:schemeClr val="tx1"/>
                </a:solidFill>
                <a:latin typeface="Montserrat"/>
              </a:rPr>
              <a:t>cal_n</a:t>
            </a:r>
            <a:r>
              <a:rPr lang="en-US" sz="1400">
                <a:solidFill>
                  <a:schemeClr val="tx1"/>
                </a:solidFill>
                <a:latin typeface="Montserrat"/>
              </a:rPr>
              <a:t> &lt; N_MUESTRAS_CAL) return false;</a:t>
            </a:r>
          </a:p>
          <a:p>
            <a:r>
              <a:rPr lang="en-US" sz="1400">
                <a:solidFill>
                  <a:schemeClr val="tx1"/>
                </a:solidFill>
                <a:latin typeface="Montserrat"/>
              </a:rPr>
              <a:t>  rs_r0_base   = </a:t>
            </a:r>
            <a:r>
              <a:rPr lang="en-US" sz="1400" err="1">
                <a:solidFill>
                  <a:schemeClr val="tx1"/>
                </a:solidFill>
                <a:latin typeface="Montserrat"/>
              </a:rPr>
              <a:t>cal_suma</a:t>
            </a:r>
            <a:r>
              <a:rPr lang="en-US" sz="1400">
                <a:solidFill>
                  <a:schemeClr val="tx1"/>
                </a:solidFill>
                <a:latin typeface="Montserrat"/>
              </a:rPr>
              <a:t> / </a:t>
            </a:r>
            <a:r>
              <a:rPr lang="en-US" sz="1400" err="1">
                <a:solidFill>
                  <a:schemeClr val="tx1"/>
                </a:solidFill>
                <a:latin typeface="Montserrat"/>
              </a:rPr>
              <a:t>cal_n</a:t>
            </a:r>
            <a:r>
              <a:rPr lang="en-US" sz="1400">
                <a:solidFill>
                  <a:schemeClr val="tx1"/>
                </a:solidFill>
                <a:latin typeface="Montserrat"/>
              </a:rPr>
              <a:t>;</a:t>
            </a:r>
          </a:p>
          <a:p>
            <a:r>
              <a:rPr lang="en-US" sz="1400">
                <a:solidFill>
                  <a:schemeClr val="tx1"/>
                </a:solidFill>
                <a:latin typeface="Montserrat"/>
              </a:rPr>
              <a:t>  float var    = (cal_suma2 / </a:t>
            </a:r>
            <a:r>
              <a:rPr lang="en-US" sz="1400" err="1">
                <a:solidFill>
                  <a:schemeClr val="tx1"/>
                </a:solidFill>
                <a:latin typeface="Montserrat"/>
              </a:rPr>
              <a:t>cal_n</a:t>
            </a:r>
            <a:r>
              <a:rPr lang="en-US" sz="1400">
                <a:solidFill>
                  <a:schemeClr val="tx1"/>
                </a:solidFill>
                <a:latin typeface="Montserrat"/>
              </a:rPr>
              <a:t>) - (rs_r0_base * rs_r0_base);</a:t>
            </a:r>
          </a:p>
          <a:p>
            <a:r>
              <a:rPr lang="en-US" sz="1400">
                <a:solidFill>
                  <a:schemeClr val="tx1"/>
                </a:solidFill>
                <a:latin typeface="Montserrat"/>
              </a:rPr>
              <a:t>  float sigma  = (var &gt; 0.0) ? sqrt(var) : 0.0;</a:t>
            </a:r>
          </a:p>
          <a:p>
            <a:r>
              <a:rPr lang="en-US" sz="1400">
                <a:solidFill>
                  <a:schemeClr val="tx1"/>
                </a:solidFill>
                <a:latin typeface="Montserrat"/>
              </a:rPr>
              <a:t>  </a:t>
            </a:r>
            <a:r>
              <a:rPr lang="en-US" sz="1400" err="1">
                <a:solidFill>
                  <a:schemeClr val="tx1"/>
                </a:solidFill>
                <a:latin typeface="Montserrat"/>
              </a:rPr>
              <a:t>sigma_rel</a:t>
            </a:r>
            <a:r>
              <a:rPr lang="en-US" sz="1400">
                <a:solidFill>
                  <a:schemeClr val="tx1"/>
                </a:solidFill>
                <a:latin typeface="Montserrat"/>
              </a:rPr>
              <a:t>    = (rs_r0_base &gt; 0.0) ? (sigma / rs_r0_base) : 0.0;</a:t>
            </a:r>
          </a:p>
          <a:p>
            <a:endParaRPr lang="en-US" sz="1400">
              <a:solidFill>
                <a:schemeClr val="tx1"/>
              </a:solidFill>
              <a:latin typeface="Montserrat"/>
            </a:endParaRPr>
          </a:p>
          <a:p>
            <a:r>
              <a:rPr lang="en-US" sz="1400">
                <a:solidFill>
                  <a:schemeClr val="tx1"/>
                </a:solidFill>
                <a:latin typeface="Montserrat"/>
              </a:rPr>
              <a:t>  umbral_rs_r0 = 1.0 - (CAIDA_MINIMA_HUMO + 3.0 * </a:t>
            </a:r>
            <a:r>
              <a:rPr lang="en-US" sz="1400" err="1">
                <a:solidFill>
                  <a:schemeClr val="tx1"/>
                </a:solidFill>
                <a:latin typeface="Montserrat"/>
              </a:rPr>
              <a:t>sigma_rel</a:t>
            </a:r>
            <a:r>
              <a:rPr lang="en-US" sz="1400">
                <a:solidFill>
                  <a:schemeClr val="tx1"/>
                </a:solidFill>
                <a:latin typeface="Montserrat"/>
              </a:rPr>
              <a:t>);</a:t>
            </a:r>
          </a:p>
          <a:p>
            <a:r>
              <a:rPr lang="en-US" sz="1400">
                <a:solidFill>
                  <a:schemeClr val="tx1"/>
                </a:solidFill>
                <a:latin typeface="Montserrat"/>
              </a:rPr>
              <a:t>  if (umbral_rs_r0 &gt; UMBRAL_MAX) umbral_rs_r0 = UMBRAL_MAX;</a:t>
            </a:r>
          </a:p>
          <a:p>
            <a:r>
              <a:rPr lang="en-US" sz="1400">
                <a:solidFill>
                  <a:schemeClr val="tx1"/>
                </a:solidFill>
                <a:latin typeface="Montserrat"/>
              </a:rPr>
              <a:t>  if (umbral_rs_r0 &lt; UMBRAL_MIN) umbral_rs_r0 = UMBRAL_MIN;</a:t>
            </a:r>
          </a:p>
          <a:p>
            <a:r>
              <a:rPr lang="en-US" sz="1400">
                <a:solidFill>
                  <a:schemeClr val="tx1"/>
                </a:solidFill>
                <a:latin typeface="Montserrat"/>
              </a:rPr>
              <a:t>  </a:t>
            </a:r>
            <a:r>
              <a:rPr lang="en-US" sz="1400" err="1">
                <a:solidFill>
                  <a:schemeClr val="tx1"/>
                </a:solidFill>
                <a:latin typeface="Montserrat"/>
              </a:rPr>
              <a:t>Serial.printf</a:t>
            </a:r>
            <a:r>
              <a:rPr lang="en-US" sz="1400">
                <a:solidFill>
                  <a:schemeClr val="tx1"/>
                </a:solidFill>
                <a:latin typeface="Montserrat"/>
              </a:rPr>
              <a:t>("[CALIBRACION] Rs/RL base=%.4f  </a:t>
            </a:r>
            <a:r>
              <a:rPr lang="en-US" sz="1400" err="1">
                <a:solidFill>
                  <a:schemeClr val="tx1"/>
                </a:solidFill>
                <a:latin typeface="Montserrat"/>
              </a:rPr>
              <a:t>sigma_rel</a:t>
            </a:r>
            <a:r>
              <a:rPr lang="en-US" sz="1400">
                <a:solidFill>
                  <a:schemeClr val="tx1"/>
                </a:solidFill>
                <a:latin typeface="Montserrat"/>
              </a:rPr>
              <a:t>=%.4f  umbral=%.3f\n",</a:t>
            </a:r>
          </a:p>
          <a:p>
            <a:r>
              <a:rPr lang="en-US" sz="1400">
                <a:solidFill>
                  <a:schemeClr val="tx1"/>
                </a:solidFill>
                <a:latin typeface="Montserrat"/>
              </a:rPr>
              <a:t>                rs_r0_base, </a:t>
            </a:r>
            <a:r>
              <a:rPr lang="en-US" sz="1400" err="1">
                <a:solidFill>
                  <a:schemeClr val="tx1"/>
                </a:solidFill>
                <a:latin typeface="Montserrat"/>
              </a:rPr>
              <a:t>sigma_rel</a:t>
            </a:r>
            <a:r>
              <a:rPr lang="en-US" sz="1400">
                <a:solidFill>
                  <a:schemeClr val="tx1"/>
                </a:solidFill>
                <a:latin typeface="Montserrat"/>
              </a:rPr>
              <a:t>, umbral_rs_r0);</a:t>
            </a:r>
          </a:p>
          <a:p>
            <a:r>
              <a:rPr lang="en-US" sz="1400">
                <a:solidFill>
                  <a:schemeClr val="tx1"/>
                </a:solidFill>
                <a:latin typeface="Montserrat"/>
              </a:rPr>
              <a:t>  return true;</a:t>
            </a:r>
          </a:p>
          <a:p>
            <a:r>
              <a:rPr lang="en-US" sz="1400">
                <a:solidFill>
                  <a:schemeClr val="tx1"/>
                </a:solidFill>
                <a:latin typeface="Montserrat"/>
              </a:rPr>
              <a:t>}</a:t>
            </a:r>
          </a:p>
          <a:p>
            <a:br>
              <a:rPr lang="en-US"/>
            </a:br>
            <a:endParaRPr lang="en-US">
              <a:highlight>
                <a:srgbClr val="FFFF00"/>
              </a:highlight>
              <a:ea typeface="Calibri"/>
              <a:cs typeface="Calibri"/>
            </a:endParaRPr>
          </a:p>
          <a:p>
            <a:pPr algn="l"/>
            <a:endParaRPr lang="en-US">
              <a:ea typeface="Calibri"/>
              <a:cs typeface="Calibri"/>
            </a:endParaRPr>
          </a:p>
        </p:txBody>
      </p:sp>
    </p:spTree>
    <p:extLst>
      <p:ext uri="{BB962C8B-B14F-4D97-AF65-F5344CB8AC3E}">
        <p14:creationId xmlns:p14="http://schemas.microsoft.com/office/powerpoint/2010/main" val="35518958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6D13109F-49E6-E367-02F5-6D4FAC9E7A8D}"/>
              </a:ext>
            </a:extLst>
          </p:cNvPr>
          <p:cNvSpPr>
            <a:spLocks noGrp="1"/>
          </p:cNvSpPr>
          <p:nvPr>
            <p:ph type="body" sz="quarter" idx="13"/>
          </p:nvPr>
        </p:nvSpPr>
        <p:spPr/>
        <p:txBody>
          <a:bodyPr/>
          <a:lstStyle/>
          <a:p>
            <a:r>
              <a:rPr lang="es-CL" i="0"/>
              <a:t>Demostración en Vivo</a:t>
            </a:r>
            <a:endParaRPr lang="es-CL"/>
          </a:p>
        </p:txBody>
      </p:sp>
      <p:sp>
        <p:nvSpPr>
          <p:cNvPr id="3" name="Marcador de texto 1">
            <a:extLst>
              <a:ext uri="{FF2B5EF4-FFF2-40B4-BE49-F238E27FC236}">
                <a16:creationId xmlns:a16="http://schemas.microsoft.com/office/drawing/2014/main" id="{6495B828-ACE0-ACB3-7930-ABFBFC6F94FD}"/>
              </a:ext>
            </a:extLst>
          </p:cNvPr>
          <p:cNvSpPr txBox="1">
            <a:spLocks/>
          </p:cNvSpPr>
          <p:nvPr/>
        </p:nvSpPr>
        <p:spPr>
          <a:xfrm>
            <a:off x="0" y="6209980"/>
            <a:ext cx="2521982" cy="289432"/>
          </a:xfrm>
          <a:prstGeom prst="rect">
            <a:avLst/>
          </a:prstGeom>
        </p:spPr>
        <p:txBody>
          <a:bodyPr anchor="ctr"/>
          <a:lstStyle>
            <a:lvl1pPr marL="0" indent="0" algn="ctr" defTabSz="914400" rtl="0" eaLnBrk="1" latinLnBrk="0" hangingPunct="1">
              <a:lnSpc>
                <a:spcPct val="90000"/>
              </a:lnSpc>
              <a:spcBef>
                <a:spcPts val="1000"/>
              </a:spcBef>
              <a:buFont typeface="Arial" panose="020B0604020202020204" pitchFamily="34" charset="0"/>
              <a:buNone/>
              <a:defRPr sz="3200" b="1" i="1" kern="1200">
                <a:solidFill>
                  <a:schemeClr val="bg1"/>
                </a:solidFill>
                <a:latin typeface="Barlow Condensed SemiBold"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CL" sz="1200" i="0">
                <a:solidFill>
                  <a:schemeClr val="tx1"/>
                </a:solidFill>
              </a:rPr>
              <a:t>Plan B: Video de demostración</a:t>
            </a:r>
            <a:endParaRPr lang="es-CL" sz="1200">
              <a:solidFill>
                <a:schemeClr val="tx1"/>
              </a:solidFill>
            </a:endParaRPr>
          </a:p>
        </p:txBody>
      </p:sp>
    </p:spTree>
    <p:extLst>
      <p:ext uri="{BB962C8B-B14F-4D97-AF65-F5344CB8AC3E}">
        <p14:creationId xmlns:p14="http://schemas.microsoft.com/office/powerpoint/2010/main" val="26851675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WhatsApp Video 2026-09-08 at 14.35.27">
            <a:hlinkClick r:id="" action="ppaction://media"/>
            <a:extLst>
              <a:ext uri="{FF2B5EF4-FFF2-40B4-BE49-F238E27FC236}">
                <a16:creationId xmlns:a16="http://schemas.microsoft.com/office/drawing/2014/main" id="{04186342-7D84-7B5B-0663-B466C7F8E873}"/>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4494866" y="276511"/>
            <a:ext cx="3202268" cy="5742549"/>
          </a:xfrm>
          <a:prstGeom prst="rect">
            <a:avLst/>
          </a:prstGeom>
        </p:spPr>
      </p:pic>
    </p:spTree>
    <p:extLst>
      <p:ext uri="{BB962C8B-B14F-4D97-AF65-F5344CB8AC3E}">
        <p14:creationId xmlns:p14="http://schemas.microsoft.com/office/powerpoint/2010/main" val="4439034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6018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10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C5D65532-76EC-B842-8A0B-89107C6326DB}"/>
              </a:ext>
            </a:extLst>
          </p:cNvPr>
          <p:cNvSpPr>
            <a:spLocks noGrp="1"/>
          </p:cNvSpPr>
          <p:nvPr>
            <p:ph type="body" sz="quarter" idx="10"/>
          </p:nvPr>
        </p:nvSpPr>
        <p:spPr>
          <a:xfrm>
            <a:off x="1429409" y="318649"/>
            <a:ext cx="7427719" cy="739186"/>
          </a:xfrm>
        </p:spPr>
        <p:txBody>
          <a:bodyPr/>
          <a:lstStyle/>
          <a:p>
            <a:r>
              <a:rPr lang="es-CL"/>
              <a:t>Resultados Preliminares</a:t>
            </a:r>
          </a:p>
        </p:txBody>
      </p:sp>
      <p:sp>
        <p:nvSpPr>
          <p:cNvPr id="6" name="Text Placeholder 5">
            <a:extLst>
              <a:ext uri="{FF2B5EF4-FFF2-40B4-BE49-F238E27FC236}">
                <a16:creationId xmlns:a16="http://schemas.microsoft.com/office/drawing/2014/main" id="{7CA9B524-4303-A6CC-3FE6-FF3958C59C8E}"/>
              </a:ext>
            </a:extLst>
          </p:cNvPr>
          <p:cNvSpPr>
            <a:spLocks noGrp="1"/>
          </p:cNvSpPr>
          <p:nvPr>
            <p:ph type="body" sz="quarter" idx="13"/>
          </p:nvPr>
        </p:nvSpPr>
        <p:spPr>
          <a:xfrm>
            <a:off x="296950" y="2192949"/>
            <a:ext cx="3243342" cy="3198840"/>
          </a:xfrm>
        </p:spPr>
        <p:txBody>
          <a:bodyPr lIns="91440" tIns="45720" rIns="91440" bIns="45720" anchor="t"/>
          <a:lstStyle/>
          <a:p>
            <a:pPr marL="285750" indent="-285750">
              <a:buFont typeface="Arial"/>
              <a:buChar char="•"/>
            </a:pPr>
            <a:r>
              <a:rPr lang="en-US" sz="1400" i="0">
                <a:latin typeface="Montserrat"/>
              </a:rPr>
              <a:t>Línea Base:</a:t>
            </a:r>
            <a:r>
              <a:rPr lang="en-US" sz="1400" b="0" i="0">
                <a:latin typeface="Montserrat"/>
              </a:rPr>
              <a:t> La </a:t>
            </a:r>
            <a:r>
              <a:rPr lang="en-US" sz="1400" b="0" i="0" err="1">
                <a:latin typeface="Montserrat"/>
              </a:rPr>
              <a:t>tensión</a:t>
            </a:r>
            <a:r>
              <a:rPr lang="en-US" sz="1400" b="0" i="0">
                <a:latin typeface="Montserrat"/>
              </a:rPr>
              <a:t> </a:t>
            </a:r>
            <a:r>
              <a:rPr lang="en-US" sz="1400" b="0" i="0" err="1">
                <a:latin typeface="Montserrat"/>
              </a:rPr>
              <a:t>en</a:t>
            </a:r>
            <a:r>
              <a:rPr lang="en-US" sz="1400" b="0" i="0">
                <a:latin typeface="Montserrat"/>
              </a:rPr>
              <a:t> </a:t>
            </a:r>
            <a:r>
              <a:rPr lang="en-US" sz="1400" b="0" i="0" err="1">
                <a:latin typeface="Montserrat"/>
              </a:rPr>
              <a:t>aire</a:t>
            </a:r>
            <a:r>
              <a:rPr lang="en-US" sz="1400" b="0" i="0">
                <a:latin typeface="Montserrat"/>
              </a:rPr>
              <a:t> </a:t>
            </a:r>
            <a:r>
              <a:rPr lang="en-US" sz="1400" b="0" i="0" err="1">
                <a:latin typeface="Montserrat"/>
              </a:rPr>
              <a:t>limpio</a:t>
            </a:r>
            <a:r>
              <a:rPr lang="en-US" sz="1400" b="0" i="0">
                <a:latin typeface="Montserrat"/>
              </a:rPr>
              <a:t> </a:t>
            </a:r>
            <a:r>
              <a:rPr lang="en-US" sz="1400" b="0" i="0" err="1">
                <a:latin typeface="Montserrat"/>
              </a:rPr>
              <a:t>ronda</a:t>
            </a:r>
            <a:r>
              <a:rPr lang="en-US" sz="1400" b="0" i="0">
                <a:latin typeface="Montserrat"/>
              </a:rPr>
              <a:t> </a:t>
            </a:r>
            <a:r>
              <a:rPr lang="en-US" sz="1400" b="0" i="0" err="1">
                <a:latin typeface="Montserrat"/>
              </a:rPr>
              <a:t>los</a:t>
            </a:r>
            <a:r>
              <a:rPr lang="en-US" sz="1400" b="0" i="0">
                <a:latin typeface="Montserrat"/>
              </a:rPr>
              <a:t> </a:t>
            </a:r>
            <a:r>
              <a:rPr lang="en-US" sz="1400" i="0">
                <a:latin typeface="Montserrat"/>
              </a:rPr>
              <a:t>584 mV</a:t>
            </a:r>
            <a:r>
              <a:rPr lang="en-US" sz="1400" b="0" i="0">
                <a:latin typeface="Montserrat"/>
              </a:rPr>
              <a:t>, </a:t>
            </a:r>
            <a:r>
              <a:rPr lang="en-US" sz="1400" b="0" i="0" err="1">
                <a:latin typeface="Montserrat"/>
              </a:rPr>
              <a:t>definiendo</a:t>
            </a:r>
            <a:r>
              <a:rPr lang="en-US" sz="1400" b="0" i="0">
                <a:latin typeface="Montserrat"/>
              </a:rPr>
              <a:t> </a:t>
            </a:r>
            <a:r>
              <a:rPr lang="en-US" sz="1400" b="0" i="0" err="1">
                <a:latin typeface="Montserrat"/>
              </a:rPr>
              <a:t>una</a:t>
            </a:r>
            <a:r>
              <a:rPr lang="en-US" sz="1400" b="0" i="0">
                <a:latin typeface="Montserrat"/>
              </a:rPr>
              <a:t> </a:t>
            </a:r>
            <a:r>
              <a:rPr lang="en-US" sz="1400" b="0" i="0" err="1">
                <a:latin typeface="Montserrat"/>
              </a:rPr>
              <a:t>resistencia</a:t>
            </a:r>
            <a:r>
              <a:rPr lang="en-US" sz="1400" b="0" i="0">
                <a:latin typeface="Montserrat"/>
              </a:rPr>
              <a:t> de </a:t>
            </a:r>
            <a:r>
              <a:rPr lang="en-US" sz="1400" i="0">
                <a:latin typeface="Montserrat"/>
              </a:rPr>
              <a:t>7.6 </a:t>
            </a:r>
            <a:r>
              <a:rPr lang="en-US" sz="1400" i="0" err="1">
                <a:latin typeface="Montserrat"/>
              </a:rPr>
              <a:t>kΩ</a:t>
            </a:r>
            <a:r>
              <a:rPr lang="en-US" sz="1400" b="0" i="0">
                <a:latin typeface="Montserrat"/>
              </a:rPr>
              <a:t>. </a:t>
            </a:r>
            <a:endParaRPr lang="en-US" sz="1400">
              <a:latin typeface="Montserrat"/>
            </a:endParaRPr>
          </a:p>
          <a:p>
            <a:pPr marL="285750" indent="-285750">
              <a:buFont typeface="Arial"/>
              <a:buChar char="•"/>
            </a:pPr>
            <a:r>
              <a:rPr lang="en-US" sz="1400" i="0">
                <a:latin typeface="Montserrat"/>
              </a:rPr>
              <a:t>Umbral Seguro:</a:t>
            </a:r>
            <a:r>
              <a:rPr lang="en-US" sz="1400" b="0" i="0">
                <a:latin typeface="Montserrat"/>
              </a:rPr>
              <a:t> </a:t>
            </a:r>
            <a:r>
              <a:rPr lang="en-US" sz="1400" b="0" i="0" err="1">
                <a:latin typeface="Montserrat"/>
              </a:rPr>
              <a:t>Calculado</a:t>
            </a:r>
            <a:r>
              <a:rPr lang="en-US" sz="1400" b="0" i="0">
                <a:latin typeface="Montserrat"/>
              </a:rPr>
              <a:t> </a:t>
            </a:r>
            <a:r>
              <a:rPr lang="en-US" sz="1400" b="0" i="0" err="1">
                <a:latin typeface="Montserrat"/>
              </a:rPr>
              <a:t>en</a:t>
            </a:r>
            <a:r>
              <a:rPr lang="en-US" sz="1400" b="0" i="0">
                <a:latin typeface="Montserrat"/>
              </a:rPr>
              <a:t> </a:t>
            </a:r>
            <a:r>
              <a:rPr lang="en-US" sz="1400" i="0">
                <a:latin typeface="Montserrat"/>
              </a:rPr>
              <a:t>2.4 </a:t>
            </a:r>
            <a:r>
              <a:rPr lang="en-US" sz="1400" i="0" err="1">
                <a:latin typeface="Montserrat"/>
              </a:rPr>
              <a:t>kΩ</a:t>
            </a:r>
            <a:r>
              <a:rPr lang="en-US" sz="1400" b="0" i="0">
                <a:latin typeface="Montserrat"/>
              </a:rPr>
              <a:t> (31% de </a:t>
            </a:r>
            <a:r>
              <a:rPr lang="en-US" sz="1400" b="0" i="0" err="1">
                <a:latin typeface="Montserrat"/>
              </a:rPr>
              <a:t>caída</a:t>
            </a:r>
            <a:r>
              <a:rPr lang="en-US" sz="1400" b="0" i="0">
                <a:latin typeface="Montserrat"/>
              </a:rPr>
              <a:t>). </a:t>
            </a:r>
            <a:endParaRPr lang="en-US" sz="1400">
              <a:latin typeface="Montserrat"/>
            </a:endParaRPr>
          </a:p>
          <a:p>
            <a:pPr marL="285750" indent="-285750">
              <a:buFont typeface="Arial"/>
              <a:buChar char="•"/>
            </a:pPr>
            <a:r>
              <a:rPr lang="en-US" sz="1400" i="0">
                <a:latin typeface="Montserrat"/>
              </a:rPr>
              <a:t>Impacto:</a:t>
            </a:r>
            <a:r>
              <a:rPr lang="en-US" sz="1400" b="0" i="0">
                <a:latin typeface="Montserrat"/>
              </a:rPr>
              <a:t> </a:t>
            </a:r>
            <a:r>
              <a:rPr lang="en-US" sz="1400" b="0" i="0" err="1">
                <a:latin typeface="Montserrat"/>
              </a:rPr>
              <a:t>Absorbe</a:t>
            </a:r>
            <a:r>
              <a:rPr lang="en-US" sz="1400" b="0" i="0">
                <a:latin typeface="Montserrat"/>
              </a:rPr>
              <a:t> la </a:t>
            </a:r>
            <a:r>
              <a:rPr lang="en-US" sz="1400" b="0" i="0" err="1">
                <a:latin typeface="Montserrat"/>
              </a:rPr>
              <a:t>fluctuación</a:t>
            </a:r>
            <a:r>
              <a:rPr lang="en-US" sz="1400" b="0" i="0">
                <a:latin typeface="Montserrat"/>
              </a:rPr>
              <a:t> natural del sensor, </a:t>
            </a:r>
            <a:r>
              <a:rPr lang="en-US" sz="1400" b="0" i="0" err="1">
                <a:latin typeface="Montserrat"/>
              </a:rPr>
              <a:t>eliminando</a:t>
            </a:r>
            <a:r>
              <a:rPr lang="en-US" sz="1400" b="0" i="0">
                <a:latin typeface="Montserrat"/>
              </a:rPr>
              <a:t> falsas </a:t>
            </a:r>
            <a:r>
              <a:rPr lang="en-US" sz="1400" b="0" i="0" err="1">
                <a:latin typeface="Montserrat"/>
              </a:rPr>
              <a:t>alarmas</a:t>
            </a:r>
            <a:r>
              <a:rPr lang="en-US" sz="1400" b="0" i="0">
                <a:latin typeface="Montserrat"/>
              </a:rPr>
              <a:t>. </a:t>
            </a:r>
            <a:endParaRPr lang="en-US" sz="1400" b="0">
              <a:latin typeface="Montserrat"/>
            </a:endParaRPr>
          </a:p>
        </p:txBody>
      </p:sp>
      <p:pic>
        <p:nvPicPr>
          <p:cNvPr id="7" name="Picture 6">
            <a:extLst>
              <a:ext uri="{FF2B5EF4-FFF2-40B4-BE49-F238E27FC236}">
                <a16:creationId xmlns:a16="http://schemas.microsoft.com/office/drawing/2014/main" id="{E3B72DAC-9E74-C019-BE4A-D58DED86A5CB}"/>
              </a:ext>
            </a:extLst>
          </p:cNvPr>
          <p:cNvPicPr>
            <a:picLocks noChangeAspect="1"/>
          </p:cNvPicPr>
          <p:nvPr/>
        </p:nvPicPr>
        <p:blipFill>
          <a:blip r:embed="rId2"/>
          <a:stretch>
            <a:fillRect/>
          </a:stretch>
        </p:blipFill>
        <p:spPr>
          <a:xfrm>
            <a:off x="4368437" y="1371600"/>
            <a:ext cx="6807926" cy="5019040"/>
          </a:xfrm>
          <a:prstGeom prst="rect">
            <a:avLst/>
          </a:prstGeom>
        </p:spPr>
      </p:pic>
    </p:spTree>
    <p:extLst>
      <p:ext uri="{BB962C8B-B14F-4D97-AF65-F5344CB8AC3E}">
        <p14:creationId xmlns:p14="http://schemas.microsoft.com/office/powerpoint/2010/main" val="23273325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6B42BEA9-9893-49EF-B9B8-1AABACF637E7}"/>
              </a:ext>
            </a:extLst>
          </p:cNvPr>
          <p:cNvSpPr>
            <a:spLocks noGrp="1"/>
          </p:cNvSpPr>
          <p:nvPr>
            <p:ph type="body" sz="quarter" idx="10"/>
          </p:nvPr>
        </p:nvSpPr>
        <p:spPr>
          <a:xfrm>
            <a:off x="1429410" y="318649"/>
            <a:ext cx="6997414" cy="748151"/>
          </a:xfrm>
        </p:spPr>
        <p:txBody>
          <a:bodyPr/>
          <a:lstStyle/>
          <a:p>
            <a:r>
              <a:rPr lang="es-CL"/>
              <a:t>Estado Actual y Próximos Pasos</a:t>
            </a:r>
          </a:p>
          <a:p>
            <a:endParaRPr lang="es-CL"/>
          </a:p>
        </p:txBody>
      </p:sp>
      <p:sp>
        <p:nvSpPr>
          <p:cNvPr id="4" name="Marcador de texto 3">
            <a:extLst>
              <a:ext uri="{FF2B5EF4-FFF2-40B4-BE49-F238E27FC236}">
                <a16:creationId xmlns:a16="http://schemas.microsoft.com/office/drawing/2014/main" id="{4C05B40B-CCC3-6CC4-7C3A-B37416242354}"/>
              </a:ext>
            </a:extLst>
          </p:cNvPr>
          <p:cNvSpPr>
            <a:spLocks noGrp="1"/>
          </p:cNvSpPr>
          <p:nvPr>
            <p:ph type="body" sz="quarter" idx="12"/>
          </p:nvPr>
        </p:nvSpPr>
        <p:spPr>
          <a:xfrm>
            <a:off x="4159020" y="1961660"/>
            <a:ext cx="6111705" cy="3092253"/>
          </a:xfrm>
          <a:solidFill>
            <a:schemeClr val="bg1"/>
          </a:solidFill>
          <a:ln>
            <a:solidFill>
              <a:schemeClr val="tx1"/>
            </a:solidFill>
          </a:ln>
        </p:spPr>
        <p:txBody>
          <a:bodyPr lIns="91440" tIns="45720" rIns="91440" bIns="45720" anchor="t"/>
          <a:lstStyle/>
          <a:p>
            <a:pPr marL="285750" indent="-285750">
              <a:buChar char="•"/>
            </a:pPr>
            <a:r>
              <a:rPr lang="es-CL" b="1">
                <a:solidFill>
                  <a:schemeClr val="tx1"/>
                </a:solidFill>
                <a:latin typeface="Montserrat"/>
              </a:rPr>
              <a:t>Estado:</a:t>
            </a:r>
            <a:r>
              <a:rPr lang="es-CL">
                <a:solidFill>
                  <a:schemeClr val="tx1"/>
                </a:solidFill>
                <a:latin typeface="Montserrat"/>
              </a:rPr>
              <a:t> Máquina de estados, calibración, pantalla OLED y alarmas locales 100% operativas en </a:t>
            </a:r>
            <a:r>
              <a:rPr lang="es-CL" err="1">
                <a:solidFill>
                  <a:schemeClr val="tx1"/>
                </a:solidFill>
                <a:latin typeface="Montserrat"/>
              </a:rPr>
              <a:t>protoboard</a:t>
            </a:r>
            <a:r>
              <a:rPr lang="es-CL">
                <a:solidFill>
                  <a:schemeClr val="tx1"/>
                </a:solidFill>
                <a:latin typeface="Montserrat"/>
              </a:rPr>
              <a:t>. Nodo aún sin conectividad. </a:t>
            </a:r>
          </a:p>
          <a:p>
            <a:pPr marL="285750" indent="-285750">
              <a:buChar char="•"/>
            </a:pPr>
            <a:r>
              <a:rPr lang="es-CL" b="1">
                <a:solidFill>
                  <a:schemeClr val="tx1"/>
                </a:solidFill>
                <a:latin typeface="Montserrat"/>
              </a:rPr>
              <a:t>Semana 9:</a:t>
            </a:r>
            <a:r>
              <a:rPr lang="es-CL">
                <a:solidFill>
                  <a:schemeClr val="tx1"/>
                </a:solidFill>
                <a:latin typeface="Montserrat"/>
              </a:rPr>
              <a:t> Habilitar </a:t>
            </a:r>
            <a:r>
              <a:rPr lang="es-CL" err="1">
                <a:solidFill>
                  <a:schemeClr val="tx1"/>
                </a:solidFill>
                <a:latin typeface="Montserrat"/>
              </a:rPr>
              <a:t>WiFi</a:t>
            </a:r>
            <a:r>
              <a:rPr lang="es-CL">
                <a:solidFill>
                  <a:schemeClr val="tx1"/>
                </a:solidFill>
                <a:latin typeface="Montserrat"/>
              </a:rPr>
              <a:t> y publicar telemetría y alertas vía MQTT al tópico</a:t>
            </a:r>
          </a:p>
        </p:txBody>
      </p:sp>
      <p:pic>
        <p:nvPicPr>
          <p:cNvPr id="6" name="Picture 5">
            <a:extLst>
              <a:ext uri="{FF2B5EF4-FFF2-40B4-BE49-F238E27FC236}">
                <a16:creationId xmlns:a16="http://schemas.microsoft.com/office/drawing/2014/main" id="{B4BBC0D6-BED4-C223-E81F-F6A86513315C}"/>
              </a:ext>
            </a:extLst>
          </p:cNvPr>
          <p:cNvPicPr>
            <a:picLocks noChangeAspect="1"/>
          </p:cNvPicPr>
          <p:nvPr/>
        </p:nvPicPr>
        <p:blipFill>
          <a:blip r:embed="rId2"/>
          <a:stretch>
            <a:fillRect/>
          </a:stretch>
        </p:blipFill>
        <p:spPr>
          <a:xfrm>
            <a:off x="208994" y="1239520"/>
            <a:ext cx="3412333" cy="4561840"/>
          </a:xfrm>
          <a:prstGeom prst="rect">
            <a:avLst/>
          </a:prstGeom>
        </p:spPr>
      </p:pic>
    </p:spTree>
    <p:extLst>
      <p:ext uri="{BB962C8B-B14F-4D97-AF65-F5344CB8AC3E}">
        <p14:creationId xmlns:p14="http://schemas.microsoft.com/office/powerpoint/2010/main" val="9159590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C788CEF9-C265-517E-C312-0C5EF54C7E40}"/>
              </a:ext>
            </a:extLst>
          </p:cNvPr>
          <p:cNvSpPr>
            <a:spLocks noGrp="1"/>
          </p:cNvSpPr>
          <p:nvPr>
            <p:ph type="body" sz="quarter" idx="10"/>
          </p:nvPr>
        </p:nvSpPr>
        <p:spPr>
          <a:xfrm>
            <a:off x="1429409" y="318649"/>
            <a:ext cx="6208519" cy="712292"/>
          </a:xfrm>
        </p:spPr>
        <p:txBody>
          <a:bodyPr/>
          <a:lstStyle/>
          <a:p>
            <a:r>
              <a:rPr lang="es-CL"/>
              <a:t>Referencias Bibliográficas</a:t>
            </a:r>
          </a:p>
        </p:txBody>
      </p:sp>
      <p:sp>
        <p:nvSpPr>
          <p:cNvPr id="4" name="Marcador de texto 3">
            <a:extLst>
              <a:ext uri="{FF2B5EF4-FFF2-40B4-BE49-F238E27FC236}">
                <a16:creationId xmlns:a16="http://schemas.microsoft.com/office/drawing/2014/main" id="{A5AE072E-C5AB-6EFF-A748-1D9F00F38421}"/>
              </a:ext>
            </a:extLst>
          </p:cNvPr>
          <p:cNvSpPr>
            <a:spLocks noGrp="1"/>
          </p:cNvSpPr>
          <p:nvPr>
            <p:ph type="body" sz="quarter" idx="12"/>
          </p:nvPr>
        </p:nvSpPr>
        <p:spPr>
          <a:xfrm>
            <a:off x="1429409" y="1422656"/>
            <a:ext cx="7974567" cy="4281342"/>
          </a:xfrm>
        </p:spPr>
        <p:txBody>
          <a:bodyPr/>
          <a:lstStyle/>
          <a:p>
            <a:pPr marL="285750" indent="-285750">
              <a:buFont typeface="Arial" panose="020B0604020202020204" pitchFamily="34" charset="0"/>
              <a:buChar char="•"/>
            </a:pPr>
            <a:r>
              <a:rPr lang="es-CL" sz="1200"/>
              <a:t>B. E. Sánchez Rinza, N. Morales Lozada y A. Jaramillo Núñez, "Monitoreo de incendios por medio de Internet de las Cosas," </a:t>
            </a:r>
            <a:r>
              <a:rPr lang="es-CL" sz="1200" i="1" err="1"/>
              <a:t>Congr</a:t>
            </a:r>
            <a:r>
              <a:rPr lang="es-CL" sz="1200" i="1"/>
              <a:t>. </a:t>
            </a:r>
            <a:r>
              <a:rPr lang="es-CL" sz="1200" i="1" err="1"/>
              <a:t>Int</a:t>
            </a:r>
            <a:r>
              <a:rPr lang="es-CL" sz="1200" i="1"/>
              <a:t>. en Ing. Electrónica. </a:t>
            </a:r>
            <a:r>
              <a:rPr lang="es-CL" sz="1200" i="1" err="1"/>
              <a:t>Mem</a:t>
            </a:r>
            <a:r>
              <a:rPr lang="es-CL" sz="1200" i="1"/>
              <a:t>. ELECTRO</a:t>
            </a:r>
            <a:r>
              <a:rPr lang="es-CL" sz="1200"/>
              <a:t>, vol. 42, pp. 107-112, oct. 2020.</a:t>
            </a:r>
          </a:p>
          <a:p>
            <a:pPr marL="285750" indent="-285750">
              <a:buFont typeface="Arial" panose="020B0604020202020204" pitchFamily="34" charset="0"/>
              <a:buChar char="•"/>
            </a:pPr>
            <a:r>
              <a:rPr lang="es-CL" sz="1200"/>
              <a:t>A. L. Morán-Cabezas, B. S. Lara-Castro, J. L. Moran-Cabezas y A. A. De La Torre-Macias, "Sistema basado en Internet de las Cosas para la detección temprana y prevención de incendios forestales," </a:t>
            </a:r>
            <a:r>
              <a:rPr lang="es-CL" sz="1200" i="1"/>
              <a:t>Revista UGC</a:t>
            </a:r>
            <a:r>
              <a:rPr lang="es-CL" sz="1200"/>
              <a:t>, vol. 3, no. S2, pp. 6-15, jun. 2025.</a:t>
            </a:r>
          </a:p>
          <a:p>
            <a:pPr marL="285750" indent="-285750">
              <a:buFont typeface="Arial" panose="020B0604020202020204" pitchFamily="34" charset="0"/>
              <a:buChar char="•"/>
            </a:pPr>
            <a:r>
              <a:rPr lang="es-CL" sz="1200"/>
              <a:t>Rodríguez, R., García, Y., Quintero, D., Cordero, S., &amp; Cochea, M. A. (2026). </a:t>
            </a:r>
            <a:r>
              <a:rPr lang="es-CL" sz="1200" i="1"/>
              <a:t>Guía de Sensores (Llama IR, MQ-2, DHT22) y Hoja de Conexión P23 (v1.5)</a:t>
            </a:r>
            <a:r>
              <a:rPr lang="es-CL" sz="1200"/>
              <a:t>. Asignatura Fundamentos de </a:t>
            </a:r>
            <a:r>
              <a:rPr lang="es-CL" sz="1200" err="1"/>
              <a:t>IoT</a:t>
            </a:r>
            <a:r>
              <a:rPr lang="es-CL" sz="1200"/>
              <a:t>, Universidad Autónoma de Chile.</a:t>
            </a:r>
          </a:p>
          <a:p>
            <a:pPr marL="285750" indent="-285750">
              <a:buFont typeface="Arial" panose="020B0604020202020204" pitchFamily="34" charset="0"/>
              <a:buChar char="•"/>
            </a:pPr>
            <a:r>
              <a:rPr lang="es-CL" sz="1200"/>
              <a:t>Rodríguez, R. et al. (2026). </a:t>
            </a:r>
            <a:r>
              <a:rPr lang="es-CL" sz="1200" i="1"/>
              <a:t>Cápsulas Asincrónicas: «Del simulador al sensor físico», «Máquinas de Estado Finitas (FSM)» y «Alimentación del Nodo </a:t>
            </a:r>
            <a:r>
              <a:rPr lang="es-CL" sz="1200" i="1" err="1"/>
              <a:t>IoT</a:t>
            </a:r>
            <a:r>
              <a:rPr lang="es-CL" sz="1200" i="1"/>
              <a:t>»</a:t>
            </a:r>
            <a:r>
              <a:rPr lang="es-CL" sz="1200"/>
              <a:t>. Material docente oficial, Universidad Autónoma de Chile.</a:t>
            </a:r>
          </a:p>
          <a:p>
            <a:pPr marL="285750" indent="-285750">
              <a:buFont typeface="Arial" panose="020B0604020202020204" pitchFamily="34" charset="0"/>
              <a:buChar char="•"/>
            </a:pPr>
            <a:r>
              <a:rPr lang="es-CL" sz="1200"/>
              <a:t>Google, </a:t>
            </a:r>
            <a:r>
              <a:rPr lang="es-CL" sz="1200" i="1"/>
              <a:t>"Gemini Notebook: Entorno de trabajo colaborativo y asistente de IA para la organización conceptual, estructuración de guiones de presentación y verificación de rúbricas técnicas,"</a:t>
            </a:r>
            <a:r>
              <a:rPr lang="es-CL" sz="1200"/>
              <a:t> 2026. [En línea]. Disponible en: </a:t>
            </a:r>
            <a:r>
              <a:rPr lang="es-CL" sz="1200">
                <a:hlinkClick r:id="rId2"/>
              </a:rPr>
              <a:t>https://notebooklm.google.com</a:t>
            </a:r>
            <a:r>
              <a:rPr lang="es-CL" sz="1200"/>
              <a:t>. </a:t>
            </a:r>
            <a:br>
              <a:rPr lang="es-CL" sz="1200"/>
            </a:br>
            <a:endParaRPr lang="es-CL" sz="1200"/>
          </a:p>
        </p:txBody>
      </p:sp>
    </p:spTree>
    <p:extLst>
      <p:ext uri="{BB962C8B-B14F-4D97-AF65-F5344CB8AC3E}">
        <p14:creationId xmlns:p14="http://schemas.microsoft.com/office/powerpoint/2010/main" val="728916498"/>
      </p:ext>
    </p:extLst>
  </p:cSld>
  <p:clrMapOvr>
    <a:masterClrMapping/>
  </p:clrMapOvr>
</p:sld>
</file>

<file path=ppt/theme/theme1.xml><?xml version="1.0" encoding="utf-8"?>
<a:theme xmlns:a="http://schemas.openxmlformats.org/drawingml/2006/main" name="Portad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ido">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Cierr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15</Slides>
  <Notes>0</Notes>
  <HiddenSlides>0</HiddenSlides>
  <ScaleCrop>false</ScaleCrop>
  <HeadingPairs>
    <vt:vector size="4" baseType="variant">
      <vt:variant>
        <vt:lpstr>Theme</vt:lpstr>
      </vt:variant>
      <vt:variant>
        <vt:i4>3</vt:i4>
      </vt:variant>
      <vt:variant>
        <vt:lpstr>Slide Titles</vt:lpstr>
      </vt:variant>
      <vt:variant>
        <vt:i4>15</vt:i4>
      </vt:variant>
    </vt:vector>
  </HeadingPairs>
  <TitlesOfParts>
    <vt:vector size="18" baseType="lpstr">
      <vt:lpstr>Portada</vt:lpstr>
      <vt:lpstr>Contenido</vt:lpstr>
      <vt:lpstr>Cierre</vt:lpstr>
      <vt:lpstr>Prototipo con fines estrictamente educativos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Daniela Viviana Figueroa Cuadra</dc:creator>
  <cp:revision>4</cp:revision>
  <dcterms:created xsi:type="dcterms:W3CDTF">2024-02-10T20:49:14Z</dcterms:created>
  <dcterms:modified xsi:type="dcterms:W3CDTF">2026-09-10T02:45:12Z</dcterms:modified>
</cp:coreProperties>
</file>